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3.xml" ContentType="application/vnd.openxmlformats-officedocument.theme+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684" r:id="rId2"/>
    <p:sldMasterId id="2147483696" r:id="rId3"/>
    <p:sldMasterId id="2147483708" r:id="rId4"/>
  </p:sldMasterIdLst>
  <p:notesMasterIdLst>
    <p:notesMasterId r:id="rId9"/>
  </p:notesMasterIdLst>
  <p:sldIdLst>
    <p:sldId id="258" r:id="rId5"/>
    <p:sldId id="260" r:id="rId6"/>
    <p:sldId id="256" r:id="rId7"/>
    <p:sldId id="259" r:id="rId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E8CB905-2B32-43BC-99E4-223E5DFD3944}" v="3" dt="2025-01-21T03:46:35.40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97" d="100"/>
          <a:sy n="97" d="100"/>
        </p:scale>
        <p:origin x="1074" y="30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tableStyles" Target="tableStyles.xml"/><Relationship Id="rId3" Type="http://schemas.openxmlformats.org/officeDocument/2006/relationships/slideMaster" Target="slideMasters/slideMaster3.xml"/><Relationship Id="rId7" Type="http://schemas.openxmlformats.org/officeDocument/2006/relationships/slide" Target="slides/slide3.xml"/><Relationship Id="rId12" Type="http://schemas.openxmlformats.org/officeDocument/2006/relationships/theme" Target="theme/theme1.xml"/><Relationship Id="rId2" Type="http://schemas.openxmlformats.org/officeDocument/2006/relationships/slideMaster" Target="slideMasters/slideMaster2.xml"/><Relationship Id="rId1" Type="http://schemas.openxmlformats.org/officeDocument/2006/relationships/slideMaster" Target="slideMasters/slideMaster1.xml"/><Relationship Id="rId6" Type="http://schemas.openxmlformats.org/officeDocument/2006/relationships/slide" Target="slides/slide2.xml"/><Relationship Id="rId11" Type="http://schemas.openxmlformats.org/officeDocument/2006/relationships/viewProps" Target="viewProps.xml"/><Relationship Id="rId5" Type="http://schemas.openxmlformats.org/officeDocument/2006/relationships/slide" Target="slides/slide1.xml"/><Relationship Id="rId15" Type="http://schemas.microsoft.com/office/2015/10/relationships/revisionInfo" Target="revisionInfo.xml"/><Relationship Id="rId10" Type="http://schemas.openxmlformats.org/officeDocument/2006/relationships/presProps" Target="presProps.xml"/><Relationship Id="rId4" Type="http://schemas.openxmlformats.org/officeDocument/2006/relationships/slideMaster" Target="slideMasters/slideMaster4.xml"/><Relationship Id="rId9" Type="http://schemas.openxmlformats.org/officeDocument/2006/relationships/notesMaster" Target="notesMasters/notesMaster1.xml"/><Relationship Id="rId14"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ENOVO Computer" userId="5df965e1ea4adf76" providerId="LiveId" clId="{16890563-1AAE-4345-AC76-1BE1E237854D}"/>
    <pc:docChg chg="addSld delSld modSld delMainMaster">
      <pc:chgData name="LENOVO Computer" userId="5df965e1ea4adf76" providerId="LiveId" clId="{16890563-1AAE-4345-AC76-1BE1E237854D}" dt="2025-01-09T04:17:29.346" v="3" actId="47"/>
      <pc:docMkLst>
        <pc:docMk/>
      </pc:docMkLst>
      <pc:sldChg chg="new del">
        <pc:chgData name="LENOVO Computer" userId="5df965e1ea4adf76" providerId="LiveId" clId="{16890563-1AAE-4345-AC76-1BE1E237854D}" dt="2025-01-09T04:17:29.346" v="3" actId="47"/>
        <pc:sldMkLst>
          <pc:docMk/>
          <pc:sldMk cId="4005608618" sldId="256"/>
        </pc:sldMkLst>
      </pc:sldChg>
      <pc:sldChg chg="del delDesignElem">
        <pc:chgData name="LENOVO Computer" userId="5df965e1ea4adf76" providerId="LiveId" clId="{16890563-1AAE-4345-AC76-1BE1E237854D}" dt="2025-01-09T04:17:28.232" v="2" actId="47"/>
        <pc:sldMkLst>
          <pc:docMk/>
          <pc:sldMk cId="2608266554" sldId="257"/>
        </pc:sldMkLst>
      </pc:sldChg>
      <pc:sldMasterChg chg="del delSldLayout">
        <pc:chgData name="LENOVO Computer" userId="5df965e1ea4adf76" providerId="LiveId" clId="{16890563-1AAE-4345-AC76-1BE1E237854D}" dt="2025-01-09T04:17:29.346" v="3" actId="47"/>
        <pc:sldMasterMkLst>
          <pc:docMk/>
          <pc:sldMasterMk cId="1309354718" sldId="2147483648"/>
        </pc:sldMasterMkLst>
        <pc:sldLayoutChg chg="del">
          <pc:chgData name="LENOVO Computer" userId="5df965e1ea4adf76" providerId="LiveId" clId="{16890563-1AAE-4345-AC76-1BE1E237854D}" dt="2025-01-09T04:17:29.346" v="3" actId="47"/>
          <pc:sldLayoutMkLst>
            <pc:docMk/>
            <pc:sldMasterMk cId="1309354718" sldId="2147483648"/>
            <pc:sldLayoutMk cId="926928050" sldId="2147483649"/>
          </pc:sldLayoutMkLst>
        </pc:sldLayoutChg>
        <pc:sldLayoutChg chg="del">
          <pc:chgData name="LENOVO Computer" userId="5df965e1ea4adf76" providerId="LiveId" clId="{16890563-1AAE-4345-AC76-1BE1E237854D}" dt="2025-01-09T04:17:29.346" v="3" actId="47"/>
          <pc:sldLayoutMkLst>
            <pc:docMk/>
            <pc:sldMasterMk cId="1309354718" sldId="2147483648"/>
            <pc:sldLayoutMk cId="3101801620" sldId="2147483650"/>
          </pc:sldLayoutMkLst>
        </pc:sldLayoutChg>
        <pc:sldLayoutChg chg="del">
          <pc:chgData name="LENOVO Computer" userId="5df965e1ea4adf76" providerId="LiveId" clId="{16890563-1AAE-4345-AC76-1BE1E237854D}" dt="2025-01-09T04:17:29.346" v="3" actId="47"/>
          <pc:sldLayoutMkLst>
            <pc:docMk/>
            <pc:sldMasterMk cId="1309354718" sldId="2147483648"/>
            <pc:sldLayoutMk cId="3880365298" sldId="2147483651"/>
          </pc:sldLayoutMkLst>
        </pc:sldLayoutChg>
        <pc:sldLayoutChg chg="del">
          <pc:chgData name="LENOVO Computer" userId="5df965e1ea4adf76" providerId="LiveId" clId="{16890563-1AAE-4345-AC76-1BE1E237854D}" dt="2025-01-09T04:17:29.346" v="3" actId="47"/>
          <pc:sldLayoutMkLst>
            <pc:docMk/>
            <pc:sldMasterMk cId="1309354718" sldId="2147483648"/>
            <pc:sldLayoutMk cId="1336991094" sldId="2147483652"/>
          </pc:sldLayoutMkLst>
        </pc:sldLayoutChg>
        <pc:sldLayoutChg chg="del">
          <pc:chgData name="LENOVO Computer" userId="5df965e1ea4adf76" providerId="LiveId" clId="{16890563-1AAE-4345-AC76-1BE1E237854D}" dt="2025-01-09T04:17:29.346" v="3" actId="47"/>
          <pc:sldLayoutMkLst>
            <pc:docMk/>
            <pc:sldMasterMk cId="1309354718" sldId="2147483648"/>
            <pc:sldLayoutMk cId="2836070366" sldId="2147483653"/>
          </pc:sldLayoutMkLst>
        </pc:sldLayoutChg>
        <pc:sldLayoutChg chg="del">
          <pc:chgData name="LENOVO Computer" userId="5df965e1ea4adf76" providerId="LiveId" clId="{16890563-1AAE-4345-AC76-1BE1E237854D}" dt="2025-01-09T04:17:29.346" v="3" actId="47"/>
          <pc:sldLayoutMkLst>
            <pc:docMk/>
            <pc:sldMasterMk cId="1309354718" sldId="2147483648"/>
            <pc:sldLayoutMk cId="1670667966" sldId="2147483654"/>
          </pc:sldLayoutMkLst>
        </pc:sldLayoutChg>
        <pc:sldLayoutChg chg="del">
          <pc:chgData name="LENOVO Computer" userId="5df965e1ea4adf76" providerId="LiveId" clId="{16890563-1AAE-4345-AC76-1BE1E237854D}" dt="2025-01-09T04:17:29.346" v="3" actId="47"/>
          <pc:sldLayoutMkLst>
            <pc:docMk/>
            <pc:sldMasterMk cId="1309354718" sldId="2147483648"/>
            <pc:sldLayoutMk cId="2676336556" sldId="2147483655"/>
          </pc:sldLayoutMkLst>
        </pc:sldLayoutChg>
        <pc:sldLayoutChg chg="del">
          <pc:chgData name="LENOVO Computer" userId="5df965e1ea4adf76" providerId="LiveId" clId="{16890563-1AAE-4345-AC76-1BE1E237854D}" dt="2025-01-09T04:17:29.346" v="3" actId="47"/>
          <pc:sldLayoutMkLst>
            <pc:docMk/>
            <pc:sldMasterMk cId="1309354718" sldId="2147483648"/>
            <pc:sldLayoutMk cId="3527987227" sldId="2147483656"/>
          </pc:sldLayoutMkLst>
        </pc:sldLayoutChg>
        <pc:sldLayoutChg chg="del">
          <pc:chgData name="LENOVO Computer" userId="5df965e1ea4adf76" providerId="LiveId" clId="{16890563-1AAE-4345-AC76-1BE1E237854D}" dt="2025-01-09T04:17:29.346" v="3" actId="47"/>
          <pc:sldLayoutMkLst>
            <pc:docMk/>
            <pc:sldMasterMk cId="1309354718" sldId="2147483648"/>
            <pc:sldLayoutMk cId="1710788660" sldId="2147483657"/>
          </pc:sldLayoutMkLst>
        </pc:sldLayoutChg>
        <pc:sldLayoutChg chg="del">
          <pc:chgData name="LENOVO Computer" userId="5df965e1ea4adf76" providerId="LiveId" clId="{16890563-1AAE-4345-AC76-1BE1E237854D}" dt="2025-01-09T04:17:29.346" v="3" actId="47"/>
          <pc:sldLayoutMkLst>
            <pc:docMk/>
            <pc:sldMasterMk cId="1309354718" sldId="2147483648"/>
            <pc:sldLayoutMk cId="1082670739" sldId="2147483658"/>
          </pc:sldLayoutMkLst>
        </pc:sldLayoutChg>
        <pc:sldLayoutChg chg="del">
          <pc:chgData name="LENOVO Computer" userId="5df965e1ea4adf76" providerId="LiveId" clId="{16890563-1AAE-4345-AC76-1BE1E237854D}" dt="2025-01-09T04:17:29.346" v="3" actId="47"/>
          <pc:sldLayoutMkLst>
            <pc:docMk/>
            <pc:sldMasterMk cId="1309354718" sldId="2147483648"/>
            <pc:sldLayoutMk cId="891210616" sldId="2147483659"/>
          </pc:sldLayoutMkLst>
        </pc:sldLayoutChg>
      </pc:sldMasterChg>
    </pc:docChg>
  </pc:docChgLst>
  <pc:docChgLst>
    <pc:chgData name="LENOVO Computer" userId="5df965e1ea4adf76" providerId="LiveId" clId="{CE8CB905-2B32-43BC-99E4-223E5DFD3944}"/>
    <pc:docChg chg="delSld modSld delMainMaster">
      <pc:chgData name="LENOVO Computer" userId="5df965e1ea4adf76" providerId="LiveId" clId="{CE8CB905-2B32-43BC-99E4-223E5DFD3944}" dt="2025-01-21T03:46:31.715" v="2" actId="47"/>
      <pc:docMkLst>
        <pc:docMk/>
      </pc:docMkLst>
      <pc:sldChg chg="del">
        <pc:chgData name="LENOVO Computer" userId="5df965e1ea4adf76" providerId="LiveId" clId="{CE8CB905-2B32-43BC-99E4-223E5DFD3944}" dt="2025-01-21T03:46:31.715" v="2" actId="47"/>
        <pc:sldMkLst>
          <pc:docMk/>
          <pc:sldMk cId="3425825814" sldId="256"/>
        </pc:sldMkLst>
      </pc:sldChg>
      <pc:sldChg chg="del delDesignElem">
        <pc:chgData name="LENOVO Computer" userId="5df965e1ea4adf76" providerId="LiveId" clId="{CE8CB905-2B32-43BC-99E4-223E5DFD3944}" dt="2025-01-20T18:14:07.135" v="1" actId="47"/>
        <pc:sldMkLst>
          <pc:docMk/>
          <pc:sldMk cId="4242483430" sldId="260"/>
        </pc:sldMkLst>
      </pc:sldChg>
      <pc:sldMasterChg chg="del delSldLayout">
        <pc:chgData name="LENOVO Computer" userId="5df965e1ea4adf76" providerId="LiveId" clId="{CE8CB905-2B32-43BC-99E4-223E5DFD3944}" dt="2025-01-21T03:46:31.715" v="2" actId="47"/>
        <pc:sldMasterMkLst>
          <pc:docMk/>
          <pc:sldMasterMk cId="2515001667" sldId="2147483672"/>
        </pc:sldMasterMkLst>
        <pc:sldLayoutChg chg="del">
          <pc:chgData name="LENOVO Computer" userId="5df965e1ea4adf76" providerId="LiveId" clId="{CE8CB905-2B32-43BC-99E4-223E5DFD3944}" dt="2025-01-21T03:46:31.715" v="2" actId="47"/>
          <pc:sldLayoutMkLst>
            <pc:docMk/>
            <pc:sldMasterMk cId="2515001667" sldId="2147483672"/>
            <pc:sldLayoutMk cId="3365053231" sldId="2147483673"/>
          </pc:sldLayoutMkLst>
        </pc:sldLayoutChg>
        <pc:sldLayoutChg chg="del">
          <pc:chgData name="LENOVO Computer" userId="5df965e1ea4adf76" providerId="LiveId" clId="{CE8CB905-2B32-43BC-99E4-223E5DFD3944}" dt="2025-01-21T03:46:31.715" v="2" actId="47"/>
          <pc:sldLayoutMkLst>
            <pc:docMk/>
            <pc:sldMasterMk cId="2515001667" sldId="2147483672"/>
            <pc:sldLayoutMk cId="3884839350" sldId="2147483674"/>
          </pc:sldLayoutMkLst>
        </pc:sldLayoutChg>
        <pc:sldLayoutChg chg="del">
          <pc:chgData name="LENOVO Computer" userId="5df965e1ea4adf76" providerId="LiveId" clId="{CE8CB905-2B32-43BC-99E4-223E5DFD3944}" dt="2025-01-21T03:46:31.715" v="2" actId="47"/>
          <pc:sldLayoutMkLst>
            <pc:docMk/>
            <pc:sldMasterMk cId="2515001667" sldId="2147483672"/>
            <pc:sldLayoutMk cId="3435758879" sldId="2147483675"/>
          </pc:sldLayoutMkLst>
        </pc:sldLayoutChg>
        <pc:sldLayoutChg chg="del">
          <pc:chgData name="LENOVO Computer" userId="5df965e1ea4adf76" providerId="LiveId" clId="{CE8CB905-2B32-43BC-99E4-223E5DFD3944}" dt="2025-01-21T03:46:31.715" v="2" actId="47"/>
          <pc:sldLayoutMkLst>
            <pc:docMk/>
            <pc:sldMasterMk cId="2515001667" sldId="2147483672"/>
            <pc:sldLayoutMk cId="2653164120" sldId="2147483676"/>
          </pc:sldLayoutMkLst>
        </pc:sldLayoutChg>
        <pc:sldLayoutChg chg="del">
          <pc:chgData name="LENOVO Computer" userId="5df965e1ea4adf76" providerId="LiveId" clId="{CE8CB905-2B32-43BC-99E4-223E5DFD3944}" dt="2025-01-21T03:46:31.715" v="2" actId="47"/>
          <pc:sldLayoutMkLst>
            <pc:docMk/>
            <pc:sldMasterMk cId="2515001667" sldId="2147483672"/>
            <pc:sldLayoutMk cId="2416930582" sldId="2147483677"/>
          </pc:sldLayoutMkLst>
        </pc:sldLayoutChg>
        <pc:sldLayoutChg chg="del">
          <pc:chgData name="LENOVO Computer" userId="5df965e1ea4adf76" providerId="LiveId" clId="{CE8CB905-2B32-43BC-99E4-223E5DFD3944}" dt="2025-01-21T03:46:31.715" v="2" actId="47"/>
          <pc:sldLayoutMkLst>
            <pc:docMk/>
            <pc:sldMasterMk cId="2515001667" sldId="2147483672"/>
            <pc:sldLayoutMk cId="2871280727" sldId="2147483678"/>
          </pc:sldLayoutMkLst>
        </pc:sldLayoutChg>
        <pc:sldLayoutChg chg="del">
          <pc:chgData name="LENOVO Computer" userId="5df965e1ea4adf76" providerId="LiveId" clId="{CE8CB905-2B32-43BC-99E4-223E5DFD3944}" dt="2025-01-21T03:46:31.715" v="2" actId="47"/>
          <pc:sldLayoutMkLst>
            <pc:docMk/>
            <pc:sldMasterMk cId="2515001667" sldId="2147483672"/>
            <pc:sldLayoutMk cId="2756995473" sldId="2147483679"/>
          </pc:sldLayoutMkLst>
        </pc:sldLayoutChg>
        <pc:sldLayoutChg chg="del">
          <pc:chgData name="LENOVO Computer" userId="5df965e1ea4adf76" providerId="LiveId" clId="{CE8CB905-2B32-43BC-99E4-223E5DFD3944}" dt="2025-01-21T03:46:31.715" v="2" actId="47"/>
          <pc:sldLayoutMkLst>
            <pc:docMk/>
            <pc:sldMasterMk cId="2515001667" sldId="2147483672"/>
            <pc:sldLayoutMk cId="1845664634" sldId="2147483680"/>
          </pc:sldLayoutMkLst>
        </pc:sldLayoutChg>
        <pc:sldLayoutChg chg="del">
          <pc:chgData name="LENOVO Computer" userId="5df965e1ea4adf76" providerId="LiveId" clId="{CE8CB905-2B32-43BC-99E4-223E5DFD3944}" dt="2025-01-21T03:46:31.715" v="2" actId="47"/>
          <pc:sldLayoutMkLst>
            <pc:docMk/>
            <pc:sldMasterMk cId="2515001667" sldId="2147483672"/>
            <pc:sldLayoutMk cId="3980625161" sldId="2147483681"/>
          </pc:sldLayoutMkLst>
        </pc:sldLayoutChg>
        <pc:sldLayoutChg chg="del">
          <pc:chgData name="LENOVO Computer" userId="5df965e1ea4adf76" providerId="LiveId" clId="{CE8CB905-2B32-43BC-99E4-223E5DFD3944}" dt="2025-01-21T03:46:31.715" v="2" actId="47"/>
          <pc:sldLayoutMkLst>
            <pc:docMk/>
            <pc:sldMasterMk cId="2515001667" sldId="2147483672"/>
            <pc:sldLayoutMk cId="3702240628" sldId="2147483682"/>
          </pc:sldLayoutMkLst>
        </pc:sldLayoutChg>
        <pc:sldLayoutChg chg="del">
          <pc:chgData name="LENOVO Computer" userId="5df965e1ea4adf76" providerId="LiveId" clId="{CE8CB905-2B32-43BC-99E4-223E5DFD3944}" dt="2025-01-21T03:46:31.715" v="2" actId="47"/>
          <pc:sldLayoutMkLst>
            <pc:docMk/>
            <pc:sldMasterMk cId="2515001667" sldId="2147483672"/>
            <pc:sldLayoutMk cId="4136152534" sldId="2147483683"/>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4A271E9-D4B5-4BC8-B7BA-065055C4F8BB}" type="datetimeFigureOut">
              <a:rPr lang="en-US" smtClean="0"/>
              <a:t>1/20/2025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685B867-1D67-4921-84F8-5BD49DEE077B}" type="slidenum">
              <a:rPr lang="en-US" smtClean="0"/>
              <a:t>‹#›</a:t>
            </a:fld>
            <a:endParaRPr lang="en-US"/>
          </a:p>
        </p:txBody>
      </p:sp>
    </p:spTree>
    <p:extLst>
      <p:ext uri="{BB962C8B-B14F-4D97-AF65-F5344CB8AC3E}">
        <p14:creationId xmlns:p14="http://schemas.microsoft.com/office/powerpoint/2010/main" val="200426735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E8A7AED-652E-4B19-B4F7-1A90AB698F8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3681233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F9F7C9E-6577-48F5-AEA3-AB07EDFC25EB}"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99279802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29798E-90C4-48E6-B39B-37FF65347ABD}"/>
              </a:ext>
            </a:extLst>
          </p:cNvPr>
          <p:cNvSpPr>
            <a:spLocks noGrp="1"/>
          </p:cNvSpPr>
          <p:nvPr>
            <p:ph type="ctrTitle"/>
          </p:nvPr>
        </p:nvSpPr>
        <p:spPr>
          <a:xfrm>
            <a:off x="2197100" y="1079500"/>
            <a:ext cx="7797799" cy="2138400"/>
          </a:xfrm>
        </p:spPr>
        <p:txBody>
          <a:bodyPr anchor="b">
            <a:normAutofit/>
          </a:bodyPr>
          <a:lstStyle>
            <a:lvl1pPr algn="ctr">
              <a:defRPr sz="28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93D95C8C-0A7F-40D9-A690-3D5898EFFE81}"/>
              </a:ext>
            </a:extLst>
          </p:cNvPr>
          <p:cNvSpPr>
            <a:spLocks noGrp="1"/>
          </p:cNvSpPr>
          <p:nvPr>
            <p:ph type="subTitle" idx="1"/>
          </p:nvPr>
        </p:nvSpPr>
        <p:spPr>
          <a:xfrm>
            <a:off x="3308350" y="4113213"/>
            <a:ext cx="5575300" cy="1655762"/>
          </a:xfrm>
        </p:spPr>
        <p:txBody>
          <a:bodyPr/>
          <a:lstStyle>
            <a:lvl1pPr marL="0" indent="0" algn="ctr">
              <a:buNone/>
              <a:defRPr sz="2400" i="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3D1322F3-E47A-4D6E-96A8-AB5C73BA9906}"/>
              </a:ext>
            </a:extLst>
          </p:cNvPr>
          <p:cNvSpPr>
            <a:spLocks noGrp="1"/>
          </p:cNvSpPr>
          <p:nvPr>
            <p:ph type="dt" sz="half" idx="10"/>
          </p:nvPr>
        </p:nvSpPr>
        <p:spPr>
          <a:xfrm>
            <a:off x="541338" y="6401999"/>
            <a:ext cx="2206625" cy="369332"/>
          </a:xfrm>
          <a:prstGeom prst="rect">
            <a:avLst/>
          </a:prstGeom>
        </p:spPr>
        <p:txBody>
          <a:bodyPr/>
          <a:lstStyle/>
          <a:p>
            <a:fld id="{64F0E216-BA48-4F04-AC4F-645AA0DD6AC6}" type="datetimeFigureOut">
              <a:rPr lang="en-US" smtClean="0"/>
              <a:t>1/20/2025</a:t>
            </a:fld>
            <a:endParaRPr lang="en-US" dirty="0"/>
          </a:p>
        </p:txBody>
      </p:sp>
      <p:sp>
        <p:nvSpPr>
          <p:cNvPr id="5" name="Footer Placeholder 4">
            <a:extLst>
              <a:ext uri="{FF2B5EF4-FFF2-40B4-BE49-F238E27FC236}">
                <a16:creationId xmlns:a16="http://schemas.microsoft.com/office/drawing/2014/main" id="{737BF5CE-9E66-4FD5-949F-34E11607C6DF}"/>
              </a:ext>
            </a:extLst>
          </p:cNvPr>
          <p:cNvSpPr>
            <a:spLocks noGrp="1"/>
          </p:cNvSpPr>
          <p:nvPr>
            <p:ph type="ftr" sz="quarter" idx="11"/>
          </p:nvPr>
        </p:nvSpPr>
        <p:spPr>
          <a:xfrm>
            <a:off x="3308350" y="6401999"/>
            <a:ext cx="5575300" cy="369332"/>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4EEDAB7A-4032-416A-B04E-1F4878912E02}"/>
              </a:ext>
            </a:extLst>
          </p:cNvPr>
          <p:cNvSpPr>
            <a:spLocks noGrp="1"/>
          </p:cNvSpPr>
          <p:nvPr>
            <p:ph type="sldNum" sz="quarter" idx="12"/>
          </p:nvPr>
        </p:nvSpPr>
        <p:spPr>
          <a:xfrm>
            <a:off x="9442800" y="6401999"/>
            <a:ext cx="2208212" cy="369332"/>
          </a:xfrm>
          <a:prstGeom prst="rect">
            <a:avLst/>
          </a:prstGeom>
        </p:spPr>
        <p:txBody>
          <a:bodyPr/>
          <a:lstStyle/>
          <a:p>
            <a:fld id="{D39607A7-8386-47DB-8578-DDEDD194E5D4}" type="slidenum">
              <a:rPr lang="en-US" smtClean="0"/>
              <a:t>‹#›</a:t>
            </a:fld>
            <a:endParaRPr lang="en-US" dirty="0"/>
          </a:p>
        </p:txBody>
      </p:sp>
      <p:cxnSp>
        <p:nvCxnSpPr>
          <p:cNvPr id="7" name="Straight Connector 6">
            <a:extLst>
              <a:ext uri="{FF2B5EF4-FFF2-40B4-BE49-F238E27FC236}">
                <a16:creationId xmlns:a16="http://schemas.microsoft.com/office/drawing/2014/main" id="{701C0CAB-6A03-4C6A-9FAA-219847753628}"/>
              </a:ext>
            </a:extLst>
          </p:cNvPr>
          <p:cNvCxnSpPr>
            <a:cxnSpLocks/>
          </p:cNvCxnSpPr>
          <p:nvPr/>
        </p:nvCxnSpPr>
        <p:spPr>
          <a:xfrm>
            <a:off x="5826000" y="3690871"/>
            <a:ext cx="5400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0" name="Group 19">
            <a:extLst>
              <a:ext uri="{FF2B5EF4-FFF2-40B4-BE49-F238E27FC236}">
                <a16:creationId xmlns:a16="http://schemas.microsoft.com/office/drawing/2014/main" id="{F982E0B2-AA9C-441C-A08E-A9DF9CF12116}"/>
              </a:ext>
            </a:extLst>
          </p:cNvPr>
          <p:cNvGrpSpPr/>
          <p:nvPr/>
        </p:nvGrpSpPr>
        <p:grpSpPr>
          <a:xfrm>
            <a:off x="9728046" y="4869342"/>
            <a:ext cx="1623711" cy="630920"/>
            <a:chOff x="9588346" y="4824892"/>
            <a:chExt cx="1623711" cy="630920"/>
          </a:xfrm>
        </p:grpSpPr>
        <p:sp>
          <p:nvSpPr>
            <p:cNvPr id="16" name="Freeform: Shape 15">
              <a:extLst>
                <a:ext uri="{FF2B5EF4-FFF2-40B4-BE49-F238E27FC236}">
                  <a16:creationId xmlns:a16="http://schemas.microsoft.com/office/drawing/2014/main" id="{A4A2E074-C10D-4C57-AB72-B631E4D77102}"/>
                </a:ext>
              </a:extLst>
            </p:cNvPr>
            <p:cNvSpPr/>
            <p:nvPr/>
          </p:nvSpPr>
          <p:spPr>
            <a:xfrm rot="2700000" flipH="1">
              <a:off x="10267789" y="4452443"/>
              <a:ext cx="571820" cy="1316717"/>
            </a:xfrm>
            <a:custGeom>
              <a:avLst/>
              <a:gdLst>
                <a:gd name="connsiteX0" fmla="*/ 282417 w 571820"/>
                <a:gd name="connsiteY0" fmla="*/ 0 h 1316717"/>
                <a:gd name="connsiteX1" fmla="*/ 285910 w 571820"/>
                <a:gd name="connsiteY1" fmla="*/ 3175 h 1316717"/>
                <a:gd name="connsiteX2" fmla="*/ 287393 w 571820"/>
                <a:gd name="connsiteY2" fmla="*/ 1827 h 1316717"/>
                <a:gd name="connsiteX3" fmla="*/ 289403 w 571820"/>
                <a:gd name="connsiteY3" fmla="*/ 0 h 1316717"/>
                <a:gd name="connsiteX4" fmla="*/ 289403 w 571820"/>
                <a:gd name="connsiteY4" fmla="*/ 6349 h 1316717"/>
                <a:gd name="connsiteX5" fmla="*/ 309203 w 571820"/>
                <a:gd name="connsiteY5" fmla="*/ 24345 h 1316717"/>
                <a:gd name="connsiteX6" fmla="*/ 571820 w 571820"/>
                <a:gd name="connsiteY6" fmla="*/ 658359 h 1316717"/>
                <a:gd name="connsiteX7" fmla="*/ 309203 w 571820"/>
                <a:gd name="connsiteY7" fmla="*/ 1292372 h 1316717"/>
                <a:gd name="connsiteX8" fmla="*/ 289403 w 571820"/>
                <a:gd name="connsiteY8" fmla="*/ 1310368 h 1316717"/>
                <a:gd name="connsiteX9" fmla="*/ 289403 w 571820"/>
                <a:gd name="connsiteY9" fmla="*/ 1316717 h 1316717"/>
                <a:gd name="connsiteX10" fmla="*/ 287393 w 571820"/>
                <a:gd name="connsiteY10" fmla="*/ 1314890 h 1316717"/>
                <a:gd name="connsiteX11" fmla="*/ 285910 w 571820"/>
                <a:gd name="connsiteY11" fmla="*/ 1313542 h 1316717"/>
                <a:gd name="connsiteX12" fmla="*/ 282417 w 571820"/>
                <a:gd name="connsiteY12" fmla="*/ 1316717 h 1316717"/>
                <a:gd name="connsiteX13" fmla="*/ 282417 w 571820"/>
                <a:gd name="connsiteY13" fmla="*/ 1310367 h 1316717"/>
                <a:gd name="connsiteX14" fmla="*/ 262617 w 571820"/>
                <a:gd name="connsiteY14" fmla="*/ 1292372 h 1316717"/>
                <a:gd name="connsiteX15" fmla="*/ 0 w 571820"/>
                <a:gd name="connsiteY15" fmla="*/ 658358 h 1316717"/>
                <a:gd name="connsiteX16" fmla="*/ 262617 w 571820"/>
                <a:gd name="connsiteY16" fmla="*/ 24345 h 1316717"/>
                <a:gd name="connsiteX17" fmla="*/ 282417 w 571820"/>
                <a:gd name="connsiteY17" fmla="*/ 6349 h 13167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71820" h="1316717">
                  <a:moveTo>
                    <a:pt x="282417" y="0"/>
                  </a:moveTo>
                  <a:lnTo>
                    <a:pt x="285910" y="3175"/>
                  </a:lnTo>
                  <a:lnTo>
                    <a:pt x="287393" y="1827"/>
                  </a:lnTo>
                  <a:lnTo>
                    <a:pt x="289403" y="0"/>
                  </a:lnTo>
                  <a:lnTo>
                    <a:pt x="289403" y="6349"/>
                  </a:lnTo>
                  <a:lnTo>
                    <a:pt x="309203" y="24345"/>
                  </a:lnTo>
                  <a:cubicBezTo>
                    <a:pt x="471461" y="186603"/>
                    <a:pt x="571820" y="410761"/>
                    <a:pt x="571820" y="658359"/>
                  </a:cubicBezTo>
                  <a:cubicBezTo>
                    <a:pt x="571820" y="905956"/>
                    <a:pt x="471461" y="1130114"/>
                    <a:pt x="309203" y="1292372"/>
                  </a:cubicBezTo>
                  <a:lnTo>
                    <a:pt x="289403" y="1310368"/>
                  </a:lnTo>
                  <a:lnTo>
                    <a:pt x="289403" y="1316717"/>
                  </a:lnTo>
                  <a:lnTo>
                    <a:pt x="287393" y="1314890"/>
                  </a:lnTo>
                  <a:lnTo>
                    <a:pt x="285910" y="1313542"/>
                  </a:lnTo>
                  <a:lnTo>
                    <a:pt x="282417" y="1316717"/>
                  </a:lnTo>
                  <a:lnTo>
                    <a:pt x="282417" y="1310367"/>
                  </a:lnTo>
                  <a:lnTo>
                    <a:pt x="262617" y="1292372"/>
                  </a:lnTo>
                  <a:cubicBezTo>
                    <a:pt x="100359" y="1130113"/>
                    <a:pt x="0" y="905956"/>
                    <a:pt x="0" y="658358"/>
                  </a:cubicBezTo>
                  <a:cubicBezTo>
                    <a:pt x="0" y="410761"/>
                    <a:pt x="100359" y="186603"/>
                    <a:pt x="262617" y="24345"/>
                  </a:cubicBezTo>
                  <a:lnTo>
                    <a:pt x="282417" y="6349"/>
                  </a:lnTo>
                  <a:close/>
                </a:path>
              </a:pathLst>
            </a:custGeom>
            <a:solidFill>
              <a:schemeClr val="accent4">
                <a:alpha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7" name="Group 16">
              <a:extLst>
                <a:ext uri="{FF2B5EF4-FFF2-40B4-BE49-F238E27FC236}">
                  <a16:creationId xmlns:a16="http://schemas.microsoft.com/office/drawing/2014/main" id="{0B037EB3-1772-4BA8-A95A-E5DBDFEA32B0}"/>
                </a:ext>
              </a:extLst>
            </p:cNvPr>
            <p:cNvGrpSpPr/>
            <p:nvPr/>
          </p:nvGrpSpPr>
          <p:grpSpPr>
            <a:xfrm rot="2700000" flipH="1">
              <a:off x="10112436" y="4359902"/>
              <a:ext cx="571820" cy="1620000"/>
              <a:chOff x="8482785" y="4330454"/>
              <a:chExt cx="571820" cy="1620000"/>
            </a:xfrm>
          </p:grpSpPr>
          <p:sp>
            <p:nvSpPr>
              <p:cNvPr id="18" name="Freeform: Shape 17">
                <a:extLst>
                  <a:ext uri="{FF2B5EF4-FFF2-40B4-BE49-F238E27FC236}">
                    <a16:creationId xmlns:a16="http://schemas.microsoft.com/office/drawing/2014/main" id="{A1F47AC1-63D0-47F3-9728-1A0A0543494B}"/>
                  </a:ext>
                </a:extLst>
              </p:cNvPr>
              <p:cNvSpPr/>
              <p:nvPr/>
            </p:nvSpPr>
            <p:spPr>
              <a:xfrm>
                <a:off x="8482785" y="4333632"/>
                <a:ext cx="571820" cy="1311956"/>
              </a:xfrm>
              <a:custGeom>
                <a:avLst/>
                <a:gdLst>
                  <a:gd name="connsiteX0" fmla="*/ 282417 w 571820"/>
                  <a:gd name="connsiteY0" fmla="*/ 0 h 1316717"/>
                  <a:gd name="connsiteX1" fmla="*/ 285910 w 571820"/>
                  <a:gd name="connsiteY1" fmla="*/ 3175 h 1316717"/>
                  <a:gd name="connsiteX2" fmla="*/ 287393 w 571820"/>
                  <a:gd name="connsiteY2" fmla="*/ 1827 h 1316717"/>
                  <a:gd name="connsiteX3" fmla="*/ 289403 w 571820"/>
                  <a:gd name="connsiteY3" fmla="*/ 0 h 1316717"/>
                  <a:gd name="connsiteX4" fmla="*/ 289403 w 571820"/>
                  <a:gd name="connsiteY4" fmla="*/ 6349 h 1316717"/>
                  <a:gd name="connsiteX5" fmla="*/ 309203 w 571820"/>
                  <a:gd name="connsiteY5" fmla="*/ 24345 h 1316717"/>
                  <a:gd name="connsiteX6" fmla="*/ 571820 w 571820"/>
                  <a:gd name="connsiteY6" fmla="*/ 658359 h 1316717"/>
                  <a:gd name="connsiteX7" fmla="*/ 309203 w 571820"/>
                  <a:gd name="connsiteY7" fmla="*/ 1292372 h 1316717"/>
                  <a:gd name="connsiteX8" fmla="*/ 289403 w 571820"/>
                  <a:gd name="connsiteY8" fmla="*/ 1310368 h 1316717"/>
                  <a:gd name="connsiteX9" fmla="*/ 289403 w 571820"/>
                  <a:gd name="connsiteY9" fmla="*/ 1316717 h 1316717"/>
                  <a:gd name="connsiteX10" fmla="*/ 287393 w 571820"/>
                  <a:gd name="connsiteY10" fmla="*/ 1314890 h 1316717"/>
                  <a:gd name="connsiteX11" fmla="*/ 285910 w 571820"/>
                  <a:gd name="connsiteY11" fmla="*/ 1313542 h 1316717"/>
                  <a:gd name="connsiteX12" fmla="*/ 282417 w 571820"/>
                  <a:gd name="connsiteY12" fmla="*/ 1316717 h 1316717"/>
                  <a:gd name="connsiteX13" fmla="*/ 282417 w 571820"/>
                  <a:gd name="connsiteY13" fmla="*/ 1310367 h 1316717"/>
                  <a:gd name="connsiteX14" fmla="*/ 262617 w 571820"/>
                  <a:gd name="connsiteY14" fmla="*/ 1292372 h 1316717"/>
                  <a:gd name="connsiteX15" fmla="*/ 0 w 571820"/>
                  <a:gd name="connsiteY15" fmla="*/ 658358 h 1316717"/>
                  <a:gd name="connsiteX16" fmla="*/ 262617 w 571820"/>
                  <a:gd name="connsiteY16" fmla="*/ 24345 h 1316717"/>
                  <a:gd name="connsiteX17" fmla="*/ 282417 w 571820"/>
                  <a:gd name="connsiteY17" fmla="*/ 6349 h 1316717"/>
                  <a:gd name="connsiteX0" fmla="*/ 282417 w 571820"/>
                  <a:gd name="connsiteY0" fmla="*/ 6349 h 1316717"/>
                  <a:gd name="connsiteX1" fmla="*/ 285910 w 571820"/>
                  <a:gd name="connsiteY1" fmla="*/ 3175 h 1316717"/>
                  <a:gd name="connsiteX2" fmla="*/ 287393 w 571820"/>
                  <a:gd name="connsiteY2" fmla="*/ 1827 h 1316717"/>
                  <a:gd name="connsiteX3" fmla="*/ 289403 w 571820"/>
                  <a:gd name="connsiteY3" fmla="*/ 0 h 1316717"/>
                  <a:gd name="connsiteX4" fmla="*/ 289403 w 571820"/>
                  <a:gd name="connsiteY4" fmla="*/ 6349 h 1316717"/>
                  <a:gd name="connsiteX5" fmla="*/ 309203 w 571820"/>
                  <a:gd name="connsiteY5" fmla="*/ 24345 h 1316717"/>
                  <a:gd name="connsiteX6" fmla="*/ 571820 w 571820"/>
                  <a:gd name="connsiteY6" fmla="*/ 658359 h 1316717"/>
                  <a:gd name="connsiteX7" fmla="*/ 309203 w 571820"/>
                  <a:gd name="connsiteY7" fmla="*/ 1292372 h 1316717"/>
                  <a:gd name="connsiteX8" fmla="*/ 289403 w 571820"/>
                  <a:gd name="connsiteY8" fmla="*/ 1310368 h 1316717"/>
                  <a:gd name="connsiteX9" fmla="*/ 289403 w 571820"/>
                  <a:gd name="connsiteY9" fmla="*/ 1316717 h 1316717"/>
                  <a:gd name="connsiteX10" fmla="*/ 287393 w 571820"/>
                  <a:gd name="connsiteY10" fmla="*/ 1314890 h 1316717"/>
                  <a:gd name="connsiteX11" fmla="*/ 285910 w 571820"/>
                  <a:gd name="connsiteY11" fmla="*/ 1313542 h 1316717"/>
                  <a:gd name="connsiteX12" fmla="*/ 282417 w 571820"/>
                  <a:gd name="connsiteY12" fmla="*/ 1316717 h 1316717"/>
                  <a:gd name="connsiteX13" fmla="*/ 282417 w 571820"/>
                  <a:gd name="connsiteY13" fmla="*/ 1310367 h 1316717"/>
                  <a:gd name="connsiteX14" fmla="*/ 262617 w 571820"/>
                  <a:gd name="connsiteY14" fmla="*/ 1292372 h 1316717"/>
                  <a:gd name="connsiteX15" fmla="*/ 0 w 571820"/>
                  <a:gd name="connsiteY15" fmla="*/ 658358 h 1316717"/>
                  <a:gd name="connsiteX16" fmla="*/ 262617 w 571820"/>
                  <a:gd name="connsiteY16" fmla="*/ 24345 h 1316717"/>
                  <a:gd name="connsiteX17" fmla="*/ 282417 w 571820"/>
                  <a:gd name="connsiteY17" fmla="*/ 6349 h 1316717"/>
                  <a:gd name="connsiteX0" fmla="*/ 262617 w 571820"/>
                  <a:gd name="connsiteY0" fmla="*/ 24345 h 1316717"/>
                  <a:gd name="connsiteX1" fmla="*/ 285910 w 571820"/>
                  <a:gd name="connsiteY1" fmla="*/ 3175 h 1316717"/>
                  <a:gd name="connsiteX2" fmla="*/ 287393 w 571820"/>
                  <a:gd name="connsiteY2" fmla="*/ 1827 h 1316717"/>
                  <a:gd name="connsiteX3" fmla="*/ 289403 w 571820"/>
                  <a:gd name="connsiteY3" fmla="*/ 0 h 1316717"/>
                  <a:gd name="connsiteX4" fmla="*/ 289403 w 571820"/>
                  <a:gd name="connsiteY4" fmla="*/ 6349 h 1316717"/>
                  <a:gd name="connsiteX5" fmla="*/ 309203 w 571820"/>
                  <a:gd name="connsiteY5" fmla="*/ 24345 h 1316717"/>
                  <a:gd name="connsiteX6" fmla="*/ 571820 w 571820"/>
                  <a:gd name="connsiteY6" fmla="*/ 658359 h 1316717"/>
                  <a:gd name="connsiteX7" fmla="*/ 309203 w 571820"/>
                  <a:gd name="connsiteY7" fmla="*/ 1292372 h 1316717"/>
                  <a:gd name="connsiteX8" fmla="*/ 289403 w 571820"/>
                  <a:gd name="connsiteY8" fmla="*/ 1310368 h 1316717"/>
                  <a:gd name="connsiteX9" fmla="*/ 289403 w 571820"/>
                  <a:gd name="connsiteY9" fmla="*/ 1316717 h 1316717"/>
                  <a:gd name="connsiteX10" fmla="*/ 287393 w 571820"/>
                  <a:gd name="connsiteY10" fmla="*/ 1314890 h 1316717"/>
                  <a:gd name="connsiteX11" fmla="*/ 285910 w 571820"/>
                  <a:gd name="connsiteY11" fmla="*/ 1313542 h 1316717"/>
                  <a:gd name="connsiteX12" fmla="*/ 282417 w 571820"/>
                  <a:gd name="connsiteY12" fmla="*/ 1316717 h 1316717"/>
                  <a:gd name="connsiteX13" fmla="*/ 282417 w 571820"/>
                  <a:gd name="connsiteY13" fmla="*/ 1310367 h 1316717"/>
                  <a:gd name="connsiteX14" fmla="*/ 262617 w 571820"/>
                  <a:gd name="connsiteY14" fmla="*/ 1292372 h 1316717"/>
                  <a:gd name="connsiteX15" fmla="*/ 0 w 571820"/>
                  <a:gd name="connsiteY15" fmla="*/ 658358 h 1316717"/>
                  <a:gd name="connsiteX16" fmla="*/ 262617 w 571820"/>
                  <a:gd name="connsiteY16" fmla="*/ 24345 h 1316717"/>
                  <a:gd name="connsiteX0" fmla="*/ 262617 w 571820"/>
                  <a:gd name="connsiteY0" fmla="*/ 24345 h 1316717"/>
                  <a:gd name="connsiteX1" fmla="*/ 285910 w 571820"/>
                  <a:gd name="connsiteY1" fmla="*/ 3175 h 1316717"/>
                  <a:gd name="connsiteX2" fmla="*/ 287393 w 571820"/>
                  <a:gd name="connsiteY2" fmla="*/ 1827 h 1316717"/>
                  <a:gd name="connsiteX3" fmla="*/ 289403 w 571820"/>
                  <a:gd name="connsiteY3" fmla="*/ 0 h 1316717"/>
                  <a:gd name="connsiteX4" fmla="*/ 309203 w 571820"/>
                  <a:gd name="connsiteY4" fmla="*/ 24345 h 1316717"/>
                  <a:gd name="connsiteX5" fmla="*/ 571820 w 571820"/>
                  <a:gd name="connsiteY5" fmla="*/ 658359 h 1316717"/>
                  <a:gd name="connsiteX6" fmla="*/ 309203 w 571820"/>
                  <a:gd name="connsiteY6" fmla="*/ 1292372 h 1316717"/>
                  <a:gd name="connsiteX7" fmla="*/ 289403 w 571820"/>
                  <a:gd name="connsiteY7" fmla="*/ 1310368 h 1316717"/>
                  <a:gd name="connsiteX8" fmla="*/ 289403 w 571820"/>
                  <a:gd name="connsiteY8" fmla="*/ 1316717 h 1316717"/>
                  <a:gd name="connsiteX9" fmla="*/ 287393 w 571820"/>
                  <a:gd name="connsiteY9" fmla="*/ 1314890 h 1316717"/>
                  <a:gd name="connsiteX10" fmla="*/ 285910 w 571820"/>
                  <a:gd name="connsiteY10" fmla="*/ 1313542 h 1316717"/>
                  <a:gd name="connsiteX11" fmla="*/ 282417 w 571820"/>
                  <a:gd name="connsiteY11" fmla="*/ 1316717 h 1316717"/>
                  <a:gd name="connsiteX12" fmla="*/ 282417 w 571820"/>
                  <a:gd name="connsiteY12" fmla="*/ 1310367 h 1316717"/>
                  <a:gd name="connsiteX13" fmla="*/ 262617 w 571820"/>
                  <a:gd name="connsiteY13" fmla="*/ 1292372 h 1316717"/>
                  <a:gd name="connsiteX14" fmla="*/ 0 w 571820"/>
                  <a:gd name="connsiteY14" fmla="*/ 658358 h 1316717"/>
                  <a:gd name="connsiteX15" fmla="*/ 262617 w 571820"/>
                  <a:gd name="connsiteY15" fmla="*/ 24345 h 1316717"/>
                  <a:gd name="connsiteX0" fmla="*/ 262617 w 571820"/>
                  <a:gd name="connsiteY0" fmla="*/ 22518 h 1314890"/>
                  <a:gd name="connsiteX1" fmla="*/ 285910 w 571820"/>
                  <a:gd name="connsiteY1" fmla="*/ 1348 h 1314890"/>
                  <a:gd name="connsiteX2" fmla="*/ 287393 w 571820"/>
                  <a:gd name="connsiteY2" fmla="*/ 0 h 1314890"/>
                  <a:gd name="connsiteX3" fmla="*/ 309203 w 571820"/>
                  <a:gd name="connsiteY3" fmla="*/ 22518 h 1314890"/>
                  <a:gd name="connsiteX4" fmla="*/ 571820 w 571820"/>
                  <a:gd name="connsiteY4" fmla="*/ 656532 h 1314890"/>
                  <a:gd name="connsiteX5" fmla="*/ 309203 w 571820"/>
                  <a:gd name="connsiteY5" fmla="*/ 1290545 h 1314890"/>
                  <a:gd name="connsiteX6" fmla="*/ 289403 w 571820"/>
                  <a:gd name="connsiteY6" fmla="*/ 1308541 h 1314890"/>
                  <a:gd name="connsiteX7" fmla="*/ 289403 w 571820"/>
                  <a:gd name="connsiteY7" fmla="*/ 1314890 h 1314890"/>
                  <a:gd name="connsiteX8" fmla="*/ 287393 w 571820"/>
                  <a:gd name="connsiteY8" fmla="*/ 1313063 h 1314890"/>
                  <a:gd name="connsiteX9" fmla="*/ 285910 w 571820"/>
                  <a:gd name="connsiteY9" fmla="*/ 1311715 h 1314890"/>
                  <a:gd name="connsiteX10" fmla="*/ 282417 w 571820"/>
                  <a:gd name="connsiteY10" fmla="*/ 1314890 h 1314890"/>
                  <a:gd name="connsiteX11" fmla="*/ 282417 w 571820"/>
                  <a:gd name="connsiteY11" fmla="*/ 1308540 h 1314890"/>
                  <a:gd name="connsiteX12" fmla="*/ 262617 w 571820"/>
                  <a:gd name="connsiteY12" fmla="*/ 1290545 h 1314890"/>
                  <a:gd name="connsiteX13" fmla="*/ 0 w 571820"/>
                  <a:gd name="connsiteY13" fmla="*/ 656531 h 1314890"/>
                  <a:gd name="connsiteX14" fmla="*/ 262617 w 571820"/>
                  <a:gd name="connsiteY14" fmla="*/ 22518 h 1314890"/>
                  <a:gd name="connsiteX0" fmla="*/ 262617 w 571820"/>
                  <a:gd name="connsiteY0" fmla="*/ 21170 h 1313542"/>
                  <a:gd name="connsiteX1" fmla="*/ 285910 w 571820"/>
                  <a:gd name="connsiteY1" fmla="*/ 0 h 1313542"/>
                  <a:gd name="connsiteX2" fmla="*/ 309203 w 571820"/>
                  <a:gd name="connsiteY2" fmla="*/ 21170 h 1313542"/>
                  <a:gd name="connsiteX3" fmla="*/ 571820 w 571820"/>
                  <a:gd name="connsiteY3" fmla="*/ 655184 h 1313542"/>
                  <a:gd name="connsiteX4" fmla="*/ 309203 w 571820"/>
                  <a:gd name="connsiteY4" fmla="*/ 1289197 h 1313542"/>
                  <a:gd name="connsiteX5" fmla="*/ 289403 w 571820"/>
                  <a:gd name="connsiteY5" fmla="*/ 1307193 h 1313542"/>
                  <a:gd name="connsiteX6" fmla="*/ 289403 w 571820"/>
                  <a:gd name="connsiteY6" fmla="*/ 1313542 h 1313542"/>
                  <a:gd name="connsiteX7" fmla="*/ 287393 w 571820"/>
                  <a:gd name="connsiteY7" fmla="*/ 1311715 h 1313542"/>
                  <a:gd name="connsiteX8" fmla="*/ 285910 w 571820"/>
                  <a:gd name="connsiteY8" fmla="*/ 1310367 h 1313542"/>
                  <a:gd name="connsiteX9" fmla="*/ 282417 w 571820"/>
                  <a:gd name="connsiteY9" fmla="*/ 1313542 h 1313542"/>
                  <a:gd name="connsiteX10" fmla="*/ 282417 w 571820"/>
                  <a:gd name="connsiteY10" fmla="*/ 1307192 h 1313542"/>
                  <a:gd name="connsiteX11" fmla="*/ 262617 w 571820"/>
                  <a:gd name="connsiteY11" fmla="*/ 1289197 h 1313542"/>
                  <a:gd name="connsiteX12" fmla="*/ 0 w 571820"/>
                  <a:gd name="connsiteY12" fmla="*/ 655183 h 1313542"/>
                  <a:gd name="connsiteX13" fmla="*/ 262617 w 571820"/>
                  <a:gd name="connsiteY13" fmla="*/ 21170 h 1313542"/>
                  <a:gd name="connsiteX0" fmla="*/ 262617 w 571820"/>
                  <a:gd name="connsiteY0" fmla="*/ 21170 h 1313542"/>
                  <a:gd name="connsiteX1" fmla="*/ 285910 w 571820"/>
                  <a:gd name="connsiteY1" fmla="*/ 0 h 1313542"/>
                  <a:gd name="connsiteX2" fmla="*/ 309203 w 571820"/>
                  <a:gd name="connsiteY2" fmla="*/ 21170 h 1313542"/>
                  <a:gd name="connsiteX3" fmla="*/ 571820 w 571820"/>
                  <a:gd name="connsiteY3" fmla="*/ 655184 h 1313542"/>
                  <a:gd name="connsiteX4" fmla="*/ 309203 w 571820"/>
                  <a:gd name="connsiteY4" fmla="*/ 1289197 h 1313542"/>
                  <a:gd name="connsiteX5" fmla="*/ 289403 w 571820"/>
                  <a:gd name="connsiteY5" fmla="*/ 1307193 h 1313542"/>
                  <a:gd name="connsiteX6" fmla="*/ 289403 w 571820"/>
                  <a:gd name="connsiteY6" fmla="*/ 1313542 h 1313542"/>
                  <a:gd name="connsiteX7" fmla="*/ 287393 w 571820"/>
                  <a:gd name="connsiteY7" fmla="*/ 1311715 h 1313542"/>
                  <a:gd name="connsiteX8" fmla="*/ 285910 w 571820"/>
                  <a:gd name="connsiteY8" fmla="*/ 1310367 h 1313542"/>
                  <a:gd name="connsiteX9" fmla="*/ 282417 w 571820"/>
                  <a:gd name="connsiteY9" fmla="*/ 1313542 h 1313542"/>
                  <a:gd name="connsiteX10" fmla="*/ 262617 w 571820"/>
                  <a:gd name="connsiteY10" fmla="*/ 1289197 h 1313542"/>
                  <a:gd name="connsiteX11" fmla="*/ 0 w 571820"/>
                  <a:gd name="connsiteY11" fmla="*/ 655183 h 1313542"/>
                  <a:gd name="connsiteX12" fmla="*/ 262617 w 571820"/>
                  <a:gd name="connsiteY12" fmla="*/ 21170 h 1313542"/>
                  <a:gd name="connsiteX0" fmla="*/ 262617 w 571820"/>
                  <a:gd name="connsiteY0" fmla="*/ 21170 h 1313542"/>
                  <a:gd name="connsiteX1" fmla="*/ 285910 w 571820"/>
                  <a:gd name="connsiteY1" fmla="*/ 0 h 1313542"/>
                  <a:gd name="connsiteX2" fmla="*/ 309203 w 571820"/>
                  <a:gd name="connsiteY2" fmla="*/ 21170 h 1313542"/>
                  <a:gd name="connsiteX3" fmla="*/ 571820 w 571820"/>
                  <a:gd name="connsiteY3" fmla="*/ 655184 h 1313542"/>
                  <a:gd name="connsiteX4" fmla="*/ 309203 w 571820"/>
                  <a:gd name="connsiteY4" fmla="*/ 1289197 h 1313542"/>
                  <a:gd name="connsiteX5" fmla="*/ 289403 w 571820"/>
                  <a:gd name="connsiteY5" fmla="*/ 1307193 h 1313542"/>
                  <a:gd name="connsiteX6" fmla="*/ 289403 w 571820"/>
                  <a:gd name="connsiteY6" fmla="*/ 1313542 h 1313542"/>
                  <a:gd name="connsiteX7" fmla="*/ 287393 w 571820"/>
                  <a:gd name="connsiteY7" fmla="*/ 1311715 h 1313542"/>
                  <a:gd name="connsiteX8" fmla="*/ 285910 w 571820"/>
                  <a:gd name="connsiteY8" fmla="*/ 1310367 h 1313542"/>
                  <a:gd name="connsiteX9" fmla="*/ 262617 w 571820"/>
                  <a:gd name="connsiteY9" fmla="*/ 1289197 h 1313542"/>
                  <a:gd name="connsiteX10" fmla="*/ 0 w 571820"/>
                  <a:gd name="connsiteY10" fmla="*/ 655183 h 1313542"/>
                  <a:gd name="connsiteX11" fmla="*/ 262617 w 571820"/>
                  <a:gd name="connsiteY11" fmla="*/ 21170 h 1313542"/>
                  <a:gd name="connsiteX0" fmla="*/ 262617 w 571820"/>
                  <a:gd name="connsiteY0" fmla="*/ 21170 h 1313542"/>
                  <a:gd name="connsiteX1" fmla="*/ 285910 w 571820"/>
                  <a:gd name="connsiteY1" fmla="*/ 0 h 1313542"/>
                  <a:gd name="connsiteX2" fmla="*/ 309203 w 571820"/>
                  <a:gd name="connsiteY2" fmla="*/ 21170 h 1313542"/>
                  <a:gd name="connsiteX3" fmla="*/ 571820 w 571820"/>
                  <a:gd name="connsiteY3" fmla="*/ 655184 h 1313542"/>
                  <a:gd name="connsiteX4" fmla="*/ 309203 w 571820"/>
                  <a:gd name="connsiteY4" fmla="*/ 1289197 h 1313542"/>
                  <a:gd name="connsiteX5" fmla="*/ 289403 w 571820"/>
                  <a:gd name="connsiteY5" fmla="*/ 1307193 h 1313542"/>
                  <a:gd name="connsiteX6" fmla="*/ 289403 w 571820"/>
                  <a:gd name="connsiteY6" fmla="*/ 1313542 h 1313542"/>
                  <a:gd name="connsiteX7" fmla="*/ 287393 w 571820"/>
                  <a:gd name="connsiteY7" fmla="*/ 1311715 h 1313542"/>
                  <a:gd name="connsiteX8" fmla="*/ 262617 w 571820"/>
                  <a:gd name="connsiteY8" fmla="*/ 1289197 h 1313542"/>
                  <a:gd name="connsiteX9" fmla="*/ 0 w 571820"/>
                  <a:gd name="connsiteY9" fmla="*/ 655183 h 1313542"/>
                  <a:gd name="connsiteX10" fmla="*/ 262617 w 571820"/>
                  <a:gd name="connsiteY10" fmla="*/ 21170 h 1313542"/>
                  <a:gd name="connsiteX0" fmla="*/ 262617 w 571820"/>
                  <a:gd name="connsiteY0" fmla="*/ 21170 h 1313542"/>
                  <a:gd name="connsiteX1" fmla="*/ 285910 w 571820"/>
                  <a:gd name="connsiteY1" fmla="*/ 0 h 1313542"/>
                  <a:gd name="connsiteX2" fmla="*/ 309203 w 571820"/>
                  <a:gd name="connsiteY2" fmla="*/ 21170 h 1313542"/>
                  <a:gd name="connsiteX3" fmla="*/ 571820 w 571820"/>
                  <a:gd name="connsiteY3" fmla="*/ 655184 h 1313542"/>
                  <a:gd name="connsiteX4" fmla="*/ 309203 w 571820"/>
                  <a:gd name="connsiteY4" fmla="*/ 1289197 h 1313542"/>
                  <a:gd name="connsiteX5" fmla="*/ 289403 w 571820"/>
                  <a:gd name="connsiteY5" fmla="*/ 1307193 h 1313542"/>
                  <a:gd name="connsiteX6" fmla="*/ 289403 w 571820"/>
                  <a:gd name="connsiteY6" fmla="*/ 1313542 h 1313542"/>
                  <a:gd name="connsiteX7" fmla="*/ 262617 w 571820"/>
                  <a:gd name="connsiteY7" fmla="*/ 1289197 h 1313542"/>
                  <a:gd name="connsiteX8" fmla="*/ 0 w 571820"/>
                  <a:gd name="connsiteY8" fmla="*/ 655183 h 1313542"/>
                  <a:gd name="connsiteX9" fmla="*/ 262617 w 571820"/>
                  <a:gd name="connsiteY9" fmla="*/ 21170 h 1313542"/>
                  <a:gd name="connsiteX0" fmla="*/ 262617 w 571820"/>
                  <a:gd name="connsiteY0" fmla="*/ 21170 h 1364739"/>
                  <a:gd name="connsiteX1" fmla="*/ 285910 w 571820"/>
                  <a:gd name="connsiteY1" fmla="*/ 0 h 1364739"/>
                  <a:gd name="connsiteX2" fmla="*/ 309203 w 571820"/>
                  <a:gd name="connsiteY2" fmla="*/ 21170 h 1364739"/>
                  <a:gd name="connsiteX3" fmla="*/ 571820 w 571820"/>
                  <a:gd name="connsiteY3" fmla="*/ 655184 h 1364739"/>
                  <a:gd name="connsiteX4" fmla="*/ 309203 w 571820"/>
                  <a:gd name="connsiteY4" fmla="*/ 1289197 h 1364739"/>
                  <a:gd name="connsiteX5" fmla="*/ 289403 w 571820"/>
                  <a:gd name="connsiteY5" fmla="*/ 1307193 h 1364739"/>
                  <a:gd name="connsiteX6" fmla="*/ 177485 w 571820"/>
                  <a:gd name="connsiteY6" fmla="*/ 1364739 h 1364739"/>
                  <a:gd name="connsiteX7" fmla="*/ 262617 w 571820"/>
                  <a:gd name="connsiteY7" fmla="*/ 1289197 h 1364739"/>
                  <a:gd name="connsiteX8" fmla="*/ 0 w 571820"/>
                  <a:gd name="connsiteY8" fmla="*/ 655183 h 1364739"/>
                  <a:gd name="connsiteX9" fmla="*/ 262617 w 571820"/>
                  <a:gd name="connsiteY9" fmla="*/ 21170 h 1364739"/>
                  <a:gd name="connsiteX0" fmla="*/ 262617 w 571820"/>
                  <a:gd name="connsiteY0" fmla="*/ 21170 h 1364739"/>
                  <a:gd name="connsiteX1" fmla="*/ 285910 w 571820"/>
                  <a:gd name="connsiteY1" fmla="*/ 0 h 1364739"/>
                  <a:gd name="connsiteX2" fmla="*/ 309203 w 571820"/>
                  <a:gd name="connsiteY2" fmla="*/ 21170 h 1364739"/>
                  <a:gd name="connsiteX3" fmla="*/ 571820 w 571820"/>
                  <a:gd name="connsiteY3" fmla="*/ 655184 h 1364739"/>
                  <a:gd name="connsiteX4" fmla="*/ 309203 w 571820"/>
                  <a:gd name="connsiteY4" fmla="*/ 1289197 h 1364739"/>
                  <a:gd name="connsiteX5" fmla="*/ 285832 w 571820"/>
                  <a:gd name="connsiteY5" fmla="*/ 1311956 h 1364739"/>
                  <a:gd name="connsiteX6" fmla="*/ 177485 w 571820"/>
                  <a:gd name="connsiteY6" fmla="*/ 1364739 h 1364739"/>
                  <a:gd name="connsiteX7" fmla="*/ 262617 w 571820"/>
                  <a:gd name="connsiteY7" fmla="*/ 1289197 h 1364739"/>
                  <a:gd name="connsiteX8" fmla="*/ 0 w 571820"/>
                  <a:gd name="connsiteY8" fmla="*/ 655183 h 1364739"/>
                  <a:gd name="connsiteX9" fmla="*/ 262617 w 571820"/>
                  <a:gd name="connsiteY9" fmla="*/ 21170 h 1364739"/>
                  <a:gd name="connsiteX0" fmla="*/ 262617 w 571820"/>
                  <a:gd name="connsiteY0" fmla="*/ 21170 h 1311956"/>
                  <a:gd name="connsiteX1" fmla="*/ 285910 w 571820"/>
                  <a:gd name="connsiteY1" fmla="*/ 0 h 1311956"/>
                  <a:gd name="connsiteX2" fmla="*/ 309203 w 571820"/>
                  <a:gd name="connsiteY2" fmla="*/ 21170 h 1311956"/>
                  <a:gd name="connsiteX3" fmla="*/ 571820 w 571820"/>
                  <a:gd name="connsiteY3" fmla="*/ 655184 h 1311956"/>
                  <a:gd name="connsiteX4" fmla="*/ 309203 w 571820"/>
                  <a:gd name="connsiteY4" fmla="*/ 1289197 h 1311956"/>
                  <a:gd name="connsiteX5" fmla="*/ 285832 w 571820"/>
                  <a:gd name="connsiteY5" fmla="*/ 1311956 h 1311956"/>
                  <a:gd name="connsiteX6" fmla="*/ 262617 w 571820"/>
                  <a:gd name="connsiteY6" fmla="*/ 1289197 h 1311956"/>
                  <a:gd name="connsiteX7" fmla="*/ 0 w 571820"/>
                  <a:gd name="connsiteY7" fmla="*/ 655183 h 1311956"/>
                  <a:gd name="connsiteX8" fmla="*/ 262617 w 571820"/>
                  <a:gd name="connsiteY8" fmla="*/ 21170 h 13119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71820" h="1311956">
                    <a:moveTo>
                      <a:pt x="262617" y="21170"/>
                    </a:moveTo>
                    <a:lnTo>
                      <a:pt x="285910" y="0"/>
                    </a:lnTo>
                    <a:lnTo>
                      <a:pt x="309203" y="21170"/>
                    </a:lnTo>
                    <a:cubicBezTo>
                      <a:pt x="471461" y="183428"/>
                      <a:pt x="571820" y="407586"/>
                      <a:pt x="571820" y="655184"/>
                    </a:cubicBezTo>
                    <a:cubicBezTo>
                      <a:pt x="571820" y="902781"/>
                      <a:pt x="471461" y="1126939"/>
                      <a:pt x="309203" y="1289197"/>
                    </a:cubicBezTo>
                    <a:lnTo>
                      <a:pt x="285832" y="1311956"/>
                    </a:lnTo>
                    <a:lnTo>
                      <a:pt x="262617" y="1289197"/>
                    </a:lnTo>
                    <a:cubicBezTo>
                      <a:pt x="100359" y="1126938"/>
                      <a:pt x="0" y="902781"/>
                      <a:pt x="0" y="655183"/>
                    </a:cubicBezTo>
                    <a:cubicBezTo>
                      <a:pt x="0" y="407586"/>
                      <a:pt x="100359" y="183428"/>
                      <a:pt x="262617" y="21170"/>
                    </a:cubicBezTo>
                    <a:close/>
                  </a:path>
                </a:pathLst>
              </a:cu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cxnSp>
            <p:nvCxnSpPr>
              <p:cNvPr id="19" name="Straight Connector 18">
                <a:extLst>
                  <a:ext uri="{FF2B5EF4-FFF2-40B4-BE49-F238E27FC236}">
                    <a16:creationId xmlns:a16="http://schemas.microsoft.com/office/drawing/2014/main" id="{803A57D6-0C36-4560-A08A-16768551EF6F}"/>
                  </a:ext>
                </a:extLst>
              </p:cNvPr>
              <p:cNvCxnSpPr>
                <a:cxnSpLocks/>
              </p:cNvCxnSpPr>
              <p:nvPr/>
            </p:nvCxnSpPr>
            <p:spPr>
              <a:xfrm>
                <a:off x="8768695" y="4330454"/>
                <a:ext cx="0" cy="1620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13973973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EA217A-A229-4751-8D09-0CAD914F6286}"/>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1A9DEA33-60C3-4B28-B3EF-E93D6D46A30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F7D3B28-C66B-4279-AB67-2BC1D01239A4}"/>
              </a:ext>
            </a:extLst>
          </p:cNvPr>
          <p:cNvSpPr>
            <a:spLocks noGrp="1"/>
          </p:cNvSpPr>
          <p:nvPr>
            <p:ph type="dt" sz="half" idx="10"/>
          </p:nvPr>
        </p:nvSpPr>
        <p:spPr>
          <a:xfrm>
            <a:off x="541338" y="6401999"/>
            <a:ext cx="2206625" cy="369332"/>
          </a:xfrm>
          <a:prstGeom prst="rect">
            <a:avLst/>
          </a:prstGeom>
        </p:spPr>
        <p:txBody>
          <a:bodyPr/>
          <a:lstStyle/>
          <a:p>
            <a:fld id="{64F0E216-BA48-4F04-AC4F-645AA0DD6AC6}" type="datetimeFigureOut">
              <a:rPr lang="en-US" smtClean="0"/>
              <a:t>1/20/2025</a:t>
            </a:fld>
            <a:endParaRPr lang="en-US"/>
          </a:p>
        </p:txBody>
      </p:sp>
      <p:sp>
        <p:nvSpPr>
          <p:cNvPr id="5" name="Footer Placeholder 4">
            <a:extLst>
              <a:ext uri="{FF2B5EF4-FFF2-40B4-BE49-F238E27FC236}">
                <a16:creationId xmlns:a16="http://schemas.microsoft.com/office/drawing/2014/main" id="{8928FF39-A0DA-4F77-9297-B83C86B575D9}"/>
              </a:ext>
            </a:extLst>
          </p:cNvPr>
          <p:cNvSpPr>
            <a:spLocks noGrp="1"/>
          </p:cNvSpPr>
          <p:nvPr>
            <p:ph type="ftr" sz="quarter" idx="11"/>
          </p:nvPr>
        </p:nvSpPr>
        <p:spPr>
          <a:xfrm>
            <a:off x="3308350" y="6401999"/>
            <a:ext cx="5575300" cy="369332"/>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69D7D65A-9D4E-42F6-A8BF-1EEAFB180710}"/>
              </a:ext>
            </a:extLst>
          </p:cNvPr>
          <p:cNvSpPr>
            <a:spLocks noGrp="1"/>
          </p:cNvSpPr>
          <p:nvPr>
            <p:ph type="sldNum" sz="quarter" idx="12"/>
          </p:nvPr>
        </p:nvSpPr>
        <p:spPr>
          <a:xfrm>
            <a:off x="9442800" y="6401999"/>
            <a:ext cx="2208212" cy="369332"/>
          </a:xfrm>
          <a:prstGeom prst="rect">
            <a:avLst/>
          </a:prstGeom>
        </p:spPr>
        <p:txBody>
          <a:bodyPr/>
          <a:lstStyle/>
          <a:p>
            <a:fld id="{D39607A7-8386-47DB-8578-DDEDD194E5D4}" type="slidenum">
              <a:rPr lang="en-US" smtClean="0"/>
              <a:t>‹#›</a:t>
            </a:fld>
            <a:endParaRPr lang="en-US"/>
          </a:p>
        </p:txBody>
      </p:sp>
    </p:spTree>
    <p:extLst>
      <p:ext uri="{BB962C8B-B14F-4D97-AF65-F5344CB8AC3E}">
        <p14:creationId xmlns:p14="http://schemas.microsoft.com/office/powerpoint/2010/main" val="11251451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3017BB-B242-4CC6-887C-83E08CE2D54A}"/>
              </a:ext>
            </a:extLst>
          </p:cNvPr>
          <p:cNvSpPr>
            <a:spLocks noGrp="1"/>
          </p:cNvSpPr>
          <p:nvPr>
            <p:ph type="title"/>
          </p:nvPr>
        </p:nvSpPr>
        <p:spPr>
          <a:xfrm>
            <a:off x="1079500" y="2252663"/>
            <a:ext cx="4457700" cy="2349500"/>
          </a:xfrm>
        </p:spPr>
        <p:txBody>
          <a:bodyPr anchor="ctr" anchorCtr="0">
            <a:normAutofit/>
          </a:bodyPr>
          <a:lstStyle>
            <a:lvl1pPr algn="ctr">
              <a:defRPr sz="28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26695823-EA83-493F-8FEC-C72B5B9CF2FD}"/>
              </a:ext>
            </a:extLst>
          </p:cNvPr>
          <p:cNvSpPr>
            <a:spLocks noGrp="1"/>
          </p:cNvSpPr>
          <p:nvPr>
            <p:ph type="body" idx="1"/>
          </p:nvPr>
        </p:nvSpPr>
        <p:spPr>
          <a:xfrm>
            <a:off x="6654800" y="2252664"/>
            <a:ext cx="4451348" cy="2349500"/>
          </a:xfrm>
        </p:spPr>
        <p:txBody>
          <a:bodyPr anchor="ctr" anchorCtr="0"/>
          <a:lstStyle>
            <a:lvl1pPr marL="0" indent="0">
              <a:buNone/>
              <a:defRPr sz="2400" i="1">
                <a:solidFill>
                  <a:schemeClr val="tx1">
                    <a:alpha val="70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1E08E54-36BB-4AB4-BE1F-5FA8207BEAF8}"/>
              </a:ext>
            </a:extLst>
          </p:cNvPr>
          <p:cNvSpPr>
            <a:spLocks noGrp="1"/>
          </p:cNvSpPr>
          <p:nvPr>
            <p:ph type="dt" sz="half" idx="10"/>
          </p:nvPr>
        </p:nvSpPr>
        <p:spPr>
          <a:xfrm>
            <a:off x="541338" y="6401999"/>
            <a:ext cx="2206625" cy="369332"/>
          </a:xfrm>
          <a:prstGeom prst="rect">
            <a:avLst/>
          </a:prstGeom>
        </p:spPr>
        <p:txBody>
          <a:bodyPr/>
          <a:lstStyle/>
          <a:p>
            <a:fld id="{64F0E216-BA48-4F04-AC4F-645AA0DD6AC6}" type="datetimeFigureOut">
              <a:rPr lang="en-US" smtClean="0"/>
              <a:t>1/20/2025</a:t>
            </a:fld>
            <a:endParaRPr lang="en-US"/>
          </a:p>
        </p:txBody>
      </p:sp>
      <p:sp>
        <p:nvSpPr>
          <p:cNvPr id="5" name="Footer Placeholder 4">
            <a:extLst>
              <a:ext uri="{FF2B5EF4-FFF2-40B4-BE49-F238E27FC236}">
                <a16:creationId xmlns:a16="http://schemas.microsoft.com/office/drawing/2014/main" id="{C0453A6A-C55A-40A1-A3BB-DB417047F547}"/>
              </a:ext>
            </a:extLst>
          </p:cNvPr>
          <p:cNvSpPr>
            <a:spLocks noGrp="1"/>
          </p:cNvSpPr>
          <p:nvPr>
            <p:ph type="ftr" sz="quarter" idx="11"/>
          </p:nvPr>
        </p:nvSpPr>
        <p:spPr>
          <a:xfrm>
            <a:off x="3308350" y="6401999"/>
            <a:ext cx="5575300" cy="369332"/>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96D6E656-7AC0-4BD3-AFE5-4B5122E2F2D8}"/>
              </a:ext>
            </a:extLst>
          </p:cNvPr>
          <p:cNvSpPr>
            <a:spLocks noGrp="1"/>
          </p:cNvSpPr>
          <p:nvPr>
            <p:ph type="sldNum" sz="quarter" idx="12"/>
          </p:nvPr>
        </p:nvSpPr>
        <p:spPr>
          <a:xfrm>
            <a:off x="9442800" y="6401999"/>
            <a:ext cx="2208212" cy="369332"/>
          </a:xfrm>
          <a:prstGeom prst="rect">
            <a:avLst/>
          </a:prstGeom>
        </p:spPr>
        <p:txBody>
          <a:bodyPr/>
          <a:lstStyle/>
          <a:p>
            <a:fld id="{D39607A7-8386-47DB-8578-DDEDD194E5D4}" type="slidenum">
              <a:rPr lang="en-US" smtClean="0"/>
              <a:t>‹#›</a:t>
            </a:fld>
            <a:endParaRPr lang="en-US"/>
          </a:p>
        </p:txBody>
      </p:sp>
      <p:grpSp>
        <p:nvGrpSpPr>
          <p:cNvPr id="20" name="Group 19">
            <a:extLst>
              <a:ext uri="{FF2B5EF4-FFF2-40B4-BE49-F238E27FC236}">
                <a16:creationId xmlns:a16="http://schemas.microsoft.com/office/drawing/2014/main" id="{E9ABE19D-0B51-4388-93D1-0CD6B767115D}"/>
              </a:ext>
            </a:extLst>
          </p:cNvPr>
          <p:cNvGrpSpPr/>
          <p:nvPr/>
        </p:nvGrpSpPr>
        <p:grpSpPr>
          <a:xfrm>
            <a:off x="999771" y="932104"/>
            <a:ext cx="913428" cy="1032464"/>
            <a:chOff x="999771" y="932104"/>
            <a:chExt cx="913428" cy="1032464"/>
          </a:xfrm>
        </p:grpSpPr>
        <p:grpSp>
          <p:nvGrpSpPr>
            <p:cNvPr id="21" name="Group 20">
              <a:extLst>
                <a:ext uri="{FF2B5EF4-FFF2-40B4-BE49-F238E27FC236}">
                  <a16:creationId xmlns:a16="http://schemas.microsoft.com/office/drawing/2014/main" id="{46226ED6-7133-4222-9552-0EA4B1B3C9FB}"/>
                </a:ext>
              </a:extLst>
            </p:cNvPr>
            <p:cNvGrpSpPr/>
            <p:nvPr/>
          </p:nvGrpSpPr>
          <p:grpSpPr>
            <a:xfrm rot="8100000" flipV="1">
              <a:off x="1047457" y="1290386"/>
              <a:ext cx="865742" cy="628383"/>
              <a:chOff x="558167" y="958515"/>
              <a:chExt cx="865742" cy="628383"/>
            </a:xfrm>
            <a:solidFill>
              <a:schemeClr val="accent3"/>
            </a:solidFill>
          </p:grpSpPr>
          <p:sp>
            <p:nvSpPr>
              <p:cNvPr id="28" name="Freeform: Shape 27">
                <a:extLst>
                  <a:ext uri="{FF2B5EF4-FFF2-40B4-BE49-F238E27FC236}">
                    <a16:creationId xmlns:a16="http://schemas.microsoft.com/office/drawing/2014/main" id="{BE810E40-D42F-4034-93BA-54446465D20B}"/>
                  </a:ext>
                </a:extLst>
              </p:cNvPr>
              <p:cNvSpPr/>
              <p:nvPr/>
            </p:nvSpPr>
            <p:spPr>
              <a:xfrm rot="8100000" flipH="1">
                <a:off x="558167" y="1122160"/>
                <a:ext cx="464738" cy="464738"/>
              </a:xfrm>
              <a:custGeom>
                <a:avLst/>
                <a:gdLst>
                  <a:gd name="connsiteX0" fmla="*/ 446142 w 464738"/>
                  <a:gd name="connsiteY0" fmla="*/ 464738 h 464738"/>
                  <a:gd name="connsiteX1" fmla="*/ 130673 w 464738"/>
                  <a:gd name="connsiteY1" fmla="*/ 334066 h 464738"/>
                  <a:gd name="connsiteX2" fmla="*/ 0 w 464738"/>
                  <a:gd name="connsiteY2" fmla="*/ 18596 h 464738"/>
                  <a:gd name="connsiteX3" fmla="*/ 836 w 464738"/>
                  <a:gd name="connsiteY3" fmla="*/ 1089 h 464738"/>
                  <a:gd name="connsiteX4" fmla="*/ 606 w 464738"/>
                  <a:gd name="connsiteY4" fmla="*/ 859 h 464738"/>
                  <a:gd name="connsiteX5" fmla="*/ 848 w 464738"/>
                  <a:gd name="connsiteY5" fmla="*/ 848 h 464738"/>
                  <a:gd name="connsiteX6" fmla="*/ 859 w 464738"/>
                  <a:gd name="connsiteY6" fmla="*/ 606 h 464738"/>
                  <a:gd name="connsiteX7" fmla="*/ 1089 w 464738"/>
                  <a:gd name="connsiteY7" fmla="*/ 836 h 464738"/>
                  <a:gd name="connsiteX8" fmla="*/ 18596 w 464738"/>
                  <a:gd name="connsiteY8" fmla="*/ 0 h 464738"/>
                  <a:gd name="connsiteX9" fmla="*/ 334066 w 464738"/>
                  <a:gd name="connsiteY9" fmla="*/ 130672 h 464738"/>
                  <a:gd name="connsiteX10" fmla="*/ 464738 w 464738"/>
                  <a:gd name="connsiteY10" fmla="*/ 446142 h 464738"/>
                  <a:gd name="connsiteX11" fmla="*/ 463902 w 464738"/>
                  <a:gd name="connsiteY11" fmla="*/ 463650 h 464738"/>
                  <a:gd name="connsiteX12" fmla="*/ 464132 w 464738"/>
                  <a:gd name="connsiteY12" fmla="*/ 463880 h 464738"/>
                  <a:gd name="connsiteX13" fmla="*/ 463891 w 464738"/>
                  <a:gd name="connsiteY13" fmla="*/ 463892 h 464738"/>
                  <a:gd name="connsiteX14" fmla="*/ 463879 w 464738"/>
                  <a:gd name="connsiteY14" fmla="*/ 464132 h 464738"/>
                  <a:gd name="connsiteX15" fmla="*/ 463650 w 464738"/>
                  <a:gd name="connsiteY15" fmla="*/ 463903 h 4647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64738" h="464738">
                    <a:moveTo>
                      <a:pt x="446142" y="464738"/>
                    </a:moveTo>
                    <a:cubicBezTo>
                      <a:pt x="331965" y="464738"/>
                      <a:pt x="217787" y="421181"/>
                      <a:pt x="130673" y="334066"/>
                    </a:cubicBezTo>
                    <a:cubicBezTo>
                      <a:pt x="43558" y="246952"/>
                      <a:pt x="1" y="132774"/>
                      <a:pt x="0" y="18596"/>
                    </a:cubicBezTo>
                    <a:lnTo>
                      <a:pt x="836" y="1089"/>
                    </a:lnTo>
                    <a:lnTo>
                      <a:pt x="606" y="859"/>
                    </a:lnTo>
                    <a:lnTo>
                      <a:pt x="848" y="848"/>
                    </a:lnTo>
                    <a:lnTo>
                      <a:pt x="859" y="606"/>
                    </a:lnTo>
                    <a:lnTo>
                      <a:pt x="1089" y="836"/>
                    </a:lnTo>
                    <a:lnTo>
                      <a:pt x="18596" y="0"/>
                    </a:lnTo>
                    <a:cubicBezTo>
                      <a:pt x="132774" y="0"/>
                      <a:pt x="246951" y="43557"/>
                      <a:pt x="334066" y="130672"/>
                    </a:cubicBezTo>
                    <a:cubicBezTo>
                      <a:pt x="421181" y="217787"/>
                      <a:pt x="464738" y="331964"/>
                      <a:pt x="464738" y="446142"/>
                    </a:cubicBezTo>
                    <a:lnTo>
                      <a:pt x="463902" y="463650"/>
                    </a:lnTo>
                    <a:lnTo>
                      <a:pt x="464132" y="463880"/>
                    </a:lnTo>
                    <a:lnTo>
                      <a:pt x="463891" y="463892"/>
                    </a:lnTo>
                    <a:lnTo>
                      <a:pt x="463879" y="464132"/>
                    </a:lnTo>
                    <a:lnTo>
                      <a:pt x="463650" y="463903"/>
                    </a:lnTo>
                    <a:close/>
                  </a:path>
                </a:pathLst>
              </a:custGeom>
              <a:solidFill>
                <a:schemeClr val="accent4">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29" name="Freeform: Shape 28">
                <a:extLst>
                  <a:ext uri="{FF2B5EF4-FFF2-40B4-BE49-F238E27FC236}">
                    <a16:creationId xmlns:a16="http://schemas.microsoft.com/office/drawing/2014/main" id="{60F6BFC2-CA89-42B8-8A5A-E9F26BA87FBB}"/>
                  </a:ext>
                </a:extLst>
              </p:cNvPr>
              <p:cNvSpPr/>
              <p:nvPr/>
            </p:nvSpPr>
            <p:spPr>
              <a:xfrm rot="5400000" flipH="1">
                <a:off x="959170" y="958515"/>
                <a:ext cx="464739" cy="464739"/>
              </a:xfrm>
              <a:custGeom>
                <a:avLst/>
                <a:gdLst>
                  <a:gd name="connsiteX0" fmla="*/ 464132 w 464739"/>
                  <a:gd name="connsiteY0" fmla="*/ 463881 h 464739"/>
                  <a:gd name="connsiteX1" fmla="*/ 463891 w 464739"/>
                  <a:gd name="connsiteY1" fmla="*/ 463892 h 464739"/>
                  <a:gd name="connsiteX2" fmla="*/ 463880 w 464739"/>
                  <a:gd name="connsiteY2" fmla="*/ 464132 h 464739"/>
                  <a:gd name="connsiteX3" fmla="*/ 463651 w 464739"/>
                  <a:gd name="connsiteY3" fmla="*/ 463904 h 464739"/>
                  <a:gd name="connsiteX4" fmla="*/ 446142 w 464739"/>
                  <a:gd name="connsiteY4" fmla="*/ 464739 h 464739"/>
                  <a:gd name="connsiteX5" fmla="*/ 130673 w 464739"/>
                  <a:gd name="connsiteY5" fmla="*/ 334067 h 464739"/>
                  <a:gd name="connsiteX6" fmla="*/ 0 w 464739"/>
                  <a:gd name="connsiteY6" fmla="*/ 18597 h 464739"/>
                  <a:gd name="connsiteX7" fmla="*/ 836 w 464739"/>
                  <a:gd name="connsiteY7" fmla="*/ 1089 h 464739"/>
                  <a:gd name="connsiteX8" fmla="*/ 607 w 464739"/>
                  <a:gd name="connsiteY8" fmla="*/ 859 h 464739"/>
                  <a:gd name="connsiteX9" fmla="*/ 848 w 464739"/>
                  <a:gd name="connsiteY9" fmla="*/ 848 h 464739"/>
                  <a:gd name="connsiteX10" fmla="*/ 859 w 464739"/>
                  <a:gd name="connsiteY10" fmla="*/ 607 h 464739"/>
                  <a:gd name="connsiteX11" fmla="*/ 1089 w 464739"/>
                  <a:gd name="connsiteY11" fmla="*/ 836 h 464739"/>
                  <a:gd name="connsiteX12" fmla="*/ 18597 w 464739"/>
                  <a:gd name="connsiteY12" fmla="*/ 0 h 464739"/>
                  <a:gd name="connsiteX13" fmla="*/ 334067 w 464739"/>
                  <a:gd name="connsiteY13" fmla="*/ 130672 h 464739"/>
                  <a:gd name="connsiteX14" fmla="*/ 464739 w 464739"/>
                  <a:gd name="connsiteY14" fmla="*/ 446142 h 464739"/>
                  <a:gd name="connsiteX15" fmla="*/ 463903 w 464739"/>
                  <a:gd name="connsiteY15" fmla="*/ 463652 h 4647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64739" h="464739">
                    <a:moveTo>
                      <a:pt x="464132" y="463881"/>
                    </a:moveTo>
                    <a:lnTo>
                      <a:pt x="463891" y="463892"/>
                    </a:lnTo>
                    <a:lnTo>
                      <a:pt x="463880" y="464132"/>
                    </a:lnTo>
                    <a:lnTo>
                      <a:pt x="463651" y="463904"/>
                    </a:lnTo>
                    <a:lnTo>
                      <a:pt x="446142" y="464739"/>
                    </a:lnTo>
                    <a:cubicBezTo>
                      <a:pt x="331965" y="464739"/>
                      <a:pt x="217787" y="421182"/>
                      <a:pt x="130673" y="334067"/>
                    </a:cubicBezTo>
                    <a:cubicBezTo>
                      <a:pt x="43558" y="246953"/>
                      <a:pt x="1" y="132775"/>
                      <a:pt x="0" y="18597"/>
                    </a:cubicBezTo>
                    <a:lnTo>
                      <a:pt x="836" y="1089"/>
                    </a:lnTo>
                    <a:lnTo>
                      <a:pt x="607" y="859"/>
                    </a:lnTo>
                    <a:lnTo>
                      <a:pt x="848" y="848"/>
                    </a:lnTo>
                    <a:lnTo>
                      <a:pt x="859" y="607"/>
                    </a:lnTo>
                    <a:lnTo>
                      <a:pt x="1089" y="836"/>
                    </a:lnTo>
                    <a:lnTo>
                      <a:pt x="18597" y="0"/>
                    </a:lnTo>
                    <a:cubicBezTo>
                      <a:pt x="132775" y="0"/>
                      <a:pt x="246952" y="43557"/>
                      <a:pt x="334067" y="130672"/>
                    </a:cubicBezTo>
                    <a:cubicBezTo>
                      <a:pt x="421182" y="217787"/>
                      <a:pt x="464739" y="331964"/>
                      <a:pt x="464739" y="446142"/>
                    </a:cubicBezTo>
                    <a:lnTo>
                      <a:pt x="463903" y="463652"/>
                    </a:lnTo>
                    <a:close/>
                  </a:path>
                </a:pathLst>
              </a:custGeom>
              <a:solidFill>
                <a:schemeClr val="accent4">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grpSp>
        <p:grpSp>
          <p:nvGrpSpPr>
            <p:cNvPr id="22" name="Group 21">
              <a:extLst>
                <a:ext uri="{FF2B5EF4-FFF2-40B4-BE49-F238E27FC236}">
                  <a16:creationId xmlns:a16="http://schemas.microsoft.com/office/drawing/2014/main" id="{1CA36485-DC1D-48C9-91B2-425DBC66D471}"/>
                </a:ext>
              </a:extLst>
            </p:cNvPr>
            <p:cNvGrpSpPr/>
            <p:nvPr/>
          </p:nvGrpSpPr>
          <p:grpSpPr>
            <a:xfrm rot="10800000" flipH="1" flipV="1">
              <a:off x="999771" y="932104"/>
              <a:ext cx="864005" cy="1032464"/>
              <a:chOff x="2207971" y="2384401"/>
              <a:chExt cx="864005" cy="1032464"/>
            </a:xfrm>
          </p:grpSpPr>
          <p:sp>
            <p:nvSpPr>
              <p:cNvPr id="23" name="Freeform: Shape 22">
                <a:extLst>
                  <a:ext uri="{FF2B5EF4-FFF2-40B4-BE49-F238E27FC236}">
                    <a16:creationId xmlns:a16="http://schemas.microsoft.com/office/drawing/2014/main" id="{0ACF276E-196C-4923-B7D1-48A8E6A1669C}"/>
                  </a:ext>
                </a:extLst>
              </p:cNvPr>
              <p:cNvSpPr/>
              <p:nvPr/>
            </p:nvSpPr>
            <p:spPr>
              <a:xfrm rot="13500000">
                <a:off x="2207971" y="2856305"/>
                <a:ext cx="464739" cy="464739"/>
              </a:xfrm>
              <a:custGeom>
                <a:avLst/>
                <a:gdLst>
                  <a:gd name="connsiteX0" fmla="*/ 464132 w 464739"/>
                  <a:gd name="connsiteY0" fmla="*/ 463881 h 464739"/>
                  <a:gd name="connsiteX1" fmla="*/ 463891 w 464739"/>
                  <a:gd name="connsiteY1" fmla="*/ 463892 h 464739"/>
                  <a:gd name="connsiteX2" fmla="*/ 463880 w 464739"/>
                  <a:gd name="connsiteY2" fmla="*/ 464132 h 464739"/>
                  <a:gd name="connsiteX3" fmla="*/ 463651 w 464739"/>
                  <a:gd name="connsiteY3" fmla="*/ 463904 h 464739"/>
                  <a:gd name="connsiteX4" fmla="*/ 446142 w 464739"/>
                  <a:gd name="connsiteY4" fmla="*/ 464739 h 464739"/>
                  <a:gd name="connsiteX5" fmla="*/ 130673 w 464739"/>
                  <a:gd name="connsiteY5" fmla="*/ 334067 h 464739"/>
                  <a:gd name="connsiteX6" fmla="*/ 0 w 464739"/>
                  <a:gd name="connsiteY6" fmla="*/ 18597 h 464739"/>
                  <a:gd name="connsiteX7" fmla="*/ 836 w 464739"/>
                  <a:gd name="connsiteY7" fmla="*/ 1089 h 464739"/>
                  <a:gd name="connsiteX8" fmla="*/ 607 w 464739"/>
                  <a:gd name="connsiteY8" fmla="*/ 859 h 464739"/>
                  <a:gd name="connsiteX9" fmla="*/ 848 w 464739"/>
                  <a:gd name="connsiteY9" fmla="*/ 848 h 464739"/>
                  <a:gd name="connsiteX10" fmla="*/ 859 w 464739"/>
                  <a:gd name="connsiteY10" fmla="*/ 607 h 464739"/>
                  <a:gd name="connsiteX11" fmla="*/ 1089 w 464739"/>
                  <a:gd name="connsiteY11" fmla="*/ 836 h 464739"/>
                  <a:gd name="connsiteX12" fmla="*/ 18597 w 464739"/>
                  <a:gd name="connsiteY12" fmla="*/ 0 h 464739"/>
                  <a:gd name="connsiteX13" fmla="*/ 334067 w 464739"/>
                  <a:gd name="connsiteY13" fmla="*/ 130672 h 464739"/>
                  <a:gd name="connsiteX14" fmla="*/ 464739 w 464739"/>
                  <a:gd name="connsiteY14" fmla="*/ 446142 h 464739"/>
                  <a:gd name="connsiteX15" fmla="*/ 463903 w 464739"/>
                  <a:gd name="connsiteY15" fmla="*/ 463652 h 4647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64739" h="464739">
                    <a:moveTo>
                      <a:pt x="464132" y="463881"/>
                    </a:moveTo>
                    <a:lnTo>
                      <a:pt x="463891" y="463892"/>
                    </a:lnTo>
                    <a:lnTo>
                      <a:pt x="463880" y="464132"/>
                    </a:lnTo>
                    <a:lnTo>
                      <a:pt x="463651" y="463904"/>
                    </a:lnTo>
                    <a:lnTo>
                      <a:pt x="446142" y="464739"/>
                    </a:lnTo>
                    <a:cubicBezTo>
                      <a:pt x="331965" y="464739"/>
                      <a:pt x="217787" y="421182"/>
                      <a:pt x="130673" y="334067"/>
                    </a:cubicBezTo>
                    <a:cubicBezTo>
                      <a:pt x="43558" y="246953"/>
                      <a:pt x="1" y="132775"/>
                      <a:pt x="0" y="18597"/>
                    </a:cubicBezTo>
                    <a:lnTo>
                      <a:pt x="836" y="1089"/>
                    </a:lnTo>
                    <a:lnTo>
                      <a:pt x="607" y="859"/>
                    </a:lnTo>
                    <a:lnTo>
                      <a:pt x="848" y="848"/>
                    </a:lnTo>
                    <a:lnTo>
                      <a:pt x="859" y="607"/>
                    </a:lnTo>
                    <a:lnTo>
                      <a:pt x="1089" y="836"/>
                    </a:lnTo>
                    <a:lnTo>
                      <a:pt x="18597" y="0"/>
                    </a:lnTo>
                    <a:cubicBezTo>
                      <a:pt x="132775" y="0"/>
                      <a:pt x="246952" y="43557"/>
                      <a:pt x="334067" y="130672"/>
                    </a:cubicBezTo>
                    <a:cubicBezTo>
                      <a:pt x="421182" y="217787"/>
                      <a:pt x="464739" y="331964"/>
                      <a:pt x="464739" y="446142"/>
                    </a:cubicBezTo>
                    <a:lnTo>
                      <a:pt x="463903" y="463652"/>
                    </a:lnTo>
                    <a:close/>
                  </a:path>
                </a:pathLst>
              </a:cu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24" name="Freeform: Shape 23">
                <a:extLst>
                  <a:ext uri="{FF2B5EF4-FFF2-40B4-BE49-F238E27FC236}">
                    <a16:creationId xmlns:a16="http://schemas.microsoft.com/office/drawing/2014/main" id="{FFE3686C-DFF6-4995-81B8-FA38F5BB0401}"/>
                  </a:ext>
                </a:extLst>
              </p:cNvPr>
              <p:cNvSpPr/>
              <p:nvPr/>
            </p:nvSpPr>
            <p:spPr>
              <a:xfrm rot="10800000">
                <a:off x="2607238" y="2688467"/>
                <a:ext cx="464738" cy="464738"/>
              </a:xfrm>
              <a:custGeom>
                <a:avLst/>
                <a:gdLst>
                  <a:gd name="connsiteX0" fmla="*/ 446142 w 464738"/>
                  <a:gd name="connsiteY0" fmla="*/ 464738 h 464738"/>
                  <a:gd name="connsiteX1" fmla="*/ 130673 w 464738"/>
                  <a:gd name="connsiteY1" fmla="*/ 334066 h 464738"/>
                  <a:gd name="connsiteX2" fmla="*/ 0 w 464738"/>
                  <a:gd name="connsiteY2" fmla="*/ 18596 h 464738"/>
                  <a:gd name="connsiteX3" fmla="*/ 836 w 464738"/>
                  <a:gd name="connsiteY3" fmla="*/ 1089 h 464738"/>
                  <a:gd name="connsiteX4" fmla="*/ 606 w 464738"/>
                  <a:gd name="connsiteY4" fmla="*/ 859 h 464738"/>
                  <a:gd name="connsiteX5" fmla="*/ 848 w 464738"/>
                  <a:gd name="connsiteY5" fmla="*/ 848 h 464738"/>
                  <a:gd name="connsiteX6" fmla="*/ 859 w 464738"/>
                  <a:gd name="connsiteY6" fmla="*/ 606 h 464738"/>
                  <a:gd name="connsiteX7" fmla="*/ 1089 w 464738"/>
                  <a:gd name="connsiteY7" fmla="*/ 836 h 464738"/>
                  <a:gd name="connsiteX8" fmla="*/ 18596 w 464738"/>
                  <a:gd name="connsiteY8" fmla="*/ 0 h 464738"/>
                  <a:gd name="connsiteX9" fmla="*/ 334066 w 464738"/>
                  <a:gd name="connsiteY9" fmla="*/ 130672 h 464738"/>
                  <a:gd name="connsiteX10" fmla="*/ 464738 w 464738"/>
                  <a:gd name="connsiteY10" fmla="*/ 446142 h 464738"/>
                  <a:gd name="connsiteX11" fmla="*/ 463902 w 464738"/>
                  <a:gd name="connsiteY11" fmla="*/ 463650 h 464738"/>
                  <a:gd name="connsiteX12" fmla="*/ 464132 w 464738"/>
                  <a:gd name="connsiteY12" fmla="*/ 463880 h 464738"/>
                  <a:gd name="connsiteX13" fmla="*/ 463891 w 464738"/>
                  <a:gd name="connsiteY13" fmla="*/ 463892 h 464738"/>
                  <a:gd name="connsiteX14" fmla="*/ 463879 w 464738"/>
                  <a:gd name="connsiteY14" fmla="*/ 464132 h 464738"/>
                  <a:gd name="connsiteX15" fmla="*/ 463650 w 464738"/>
                  <a:gd name="connsiteY15" fmla="*/ 463903 h 4647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64738" h="464738">
                    <a:moveTo>
                      <a:pt x="446142" y="464738"/>
                    </a:moveTo>
                    <a:cubicBezTo>
                      <a:pt x="331965" y="464738"/>
                      <a:pt x="217787" y="421181"/>
                      <a:pt x="130673" y="334066"/>
                    </a:cubicBezTo>
                    <a:cubicBezTo>
                      <a:pt x="43558" y="246952"/>
                      <a:pt x="1" y="132774"/>
                      <a:pt x="0" y="18596"/>
                    </a:cubicBezTo>
                    <a:lnTo>
                      <a:pt x="836" y="1089"/>
                    </a:lnTo>
                    <a:lnTo>
                      <a:pt x="606" y="859"/>
                    </a:lnTo>
                    <a:lnTo>
                      <a:pt x="848" y="848"/>
                    </a:lnTo>
                    <a:lnTo>
                      <a:pt x="859" y="606"/>
                    </a:lnTo>
                    <a:lnTo>
                      <a:pt x="1089" y="836"/>
                    </a:lnTo>
                    <a:lnTo>
                      <a:pt x="18596" y="0"/>
                    </a:lnTo>
                    <a:cubicBezTo>
                      <a:pt x="132774" y="0"/>
                      <a:pt x="246951" y="43557"/>
                      <a:pt x="334066" y="130672"/>
                    </a:cubicBezTo>
                    <a:cubicBezTo>
                      <a:pt x="421181" y="217787"/>
                      <a:pt x="464738" y="331964"/>
                      <a:pt x="464738" y="446142"/>
                    </a:cubicBezTo>
                    <a:lnTo>
                      <a:pt x="463902" y="463650"/>
                    </a:lnTo>
                    <a:lnTo>
                      <a:pt x="464132" y="463880"/>
                    </a:lnTo>
                    <a:lnTo>
                      <a:pt x="463891" y="463892"/>
                    </a:lnTo>
                    <a:lnTo>
                      <a:pt x="463879" y="464132"/>
                    </a:lnTo>
                    <a:lnTo>
                      <a:pt x="463650" y="463903"/>
                    </a:lnTo>
                    <a:close/>
                  </a:path>
                </a:pathLst>
              </a:cu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grpSp>
            <p:nvGrpSpPr>
              <p:cNvPr id="25" name="Group 24">
                <a:extLst>
                  <a:ext uri="{FF2B5EF4-FFF2-40B4-BE49-F238E27FC236}">
                    <a16:creationId xmlns:a16="http://schemas.microsoft.com/office/drawing/2014/main" id="{9DCBF653-CCB9-47B2-9DD9-68847A45D82D}"/>
                  </a:ext>
                </a:extLst>
              </p:cNvPr>
              <p:cNvGrpSpPr/>
              <p:nvPr/>
            </p:nvGrpSpPr>
            <p:grpSpPr>
              <a:xfrm>
                <a:off x="2440769" y="2384401"/>
                <a:ext cx="313009" cy="1032464"/>
                <a:chOff x="2440769" y="2384401"/>
                <a:chExt cx="313009" cy="1032464"/>
              </a:xfrm>
            </p:grpSpPr>
            <p:cxnSp>
              <p:nvCxnSpPr>
                <p:cNvPr id="26" name="Straight Connector 25">
                  <a:extLst>
                    <a:ext uri="{FF2B5EF4-FFF2-40B4-BE49-F238E27FC236}">
                      <a16:creationId xmlns:a16="http://schemas.microsoft.com/office/drawing/2014/main" id="{7F081A1F-C7C9-4907-AAED-B4E9B64973FB}"/>
                    </a:ext>
                  </a:extLst>
                </p:cNvPr>
                <p:cNvCxnSpPr>
                  <a:cxnSpLocks/>
                </p:cNvCxnSpPr>
                <p:nvPr/>
              </p:nvCxnSpPr>
              <p:spPr>
                <a:xfrm rot="10800000" flipH="1">
                  <a:off x="2440769" y="2516865"/>
                  <a:ext cx="0" cy="900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34F8F89A-0719-4D9A-8379-9EEBD7201052}"/>
                    </a:ext>
                  </a:extLst>
                </p:cNvPr>
                <p:cNvCxnSpPr>
                  <a:cxnSpLocks/>
                </p:cNvCxnSpPr>
                <p:nvPr/>
              </p:nvCxnSpPr>
              <p:spPr>
                <a:xfrm rot="8100000" flipH="1">
                  <a:off x="2753778" y="2384401"/>
                  <a:ext cx="0" cy="900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grpSp>
      </p:grpSp>
      <p:grpSp>
        <p:nvGrpSpPr>
          <p:cNvPr id="30" name="Group 29">
            <a:extLst>
              <a:ext uri="{FF2B5EF4-FFF2-40B4-BE49-F238E27FC236}">
                <a16:creationId xmlns:a16="http://schemas.microsoft.com/office/drawing/2014/main" id="{E7AA5779-FF0F-4ACF-A56C-710A4CDEC8A3}"/>
              </a:ext>
            </a:extLst>
          </p:cNvPr>
          <p:cNvGrpSpPr/>
          <p:nvPr/>
        </p:nvGrpSpPr>
        <p:grpSpPr>
          <a:xfrm>
            <a:off x="1437136" y="649304"/>
            <a:ext cx="388541" cy="388541"/>
            <a:chOff x="5752675" y="5440856"/>
            <a:chExt cx="388541" cy="388541"/>
          </a:xfrm>
        </p:grpSpPr>
        <p:sp>
          <p:nvSpPr>
            <p:cNvPr id="31" name="Oval 30">
              <a:extLst>
                <a:ext uri="{FF2B5EF4-FFF2-40B4-BE49-F238E27FC236}">
                  <a16:creationId xmlns:a16="http://schemas.microsoft.com/office/drawing/2014/main" id="{5F0ADB13-4626-4F84-B513-0B58E65C248E}"/>
                </a:ext>
              </a:extLst>
            </p:cNvPr>
            <p:cNvSpPr/>
            <p:nvPr/>
          </p:nvSpPr>
          <p:spPr>
            <a:xfrm rot="10800000">
              <a:off x="5800801" y="5488982"/>
              <a:ext cx="340415" cy="340415"/>
            </a:xfrm>
            <a:prstGeom prst="ellipse">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32" name="Oval 31">
              <a:extLst>
                <a:ext uri="{FF2B5EF4-FFF2-40B4-BE49-F238E27FC236}">
                  <a16:creationId xmlns:a16="http://schemas.microsoft.com/office/drawing/2014/main" id="{AF46BC46-AD78-4932-95BA-D3009154CA7A}"/>
                </a:ext>
              </a:extLst>
            </p:cNvPr>
            <p:cNvSpPr/>
            <p:nvPr/>
          </p:nvSpPr>
          <p:spPr>
            <a:xfrm>
              <a:off x="5752675" y="5440856"/>
              <a:ext cx="340415" cy="340415"/>
            </a:xfrm>
            <a:prstGeom prst="ellips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grpSp>
      <p:cxnSp>
        <p:nvCxnSpPr>
          <p:cNvPr id="33" name="Straight Connector 32">
            <a:extLst>
              <a:ext uri="{FF2B5EF4-FFF2-40B4-BE49-F238E27FC236}">
                <a16:creationId xmlns:a16="http://schemas.microsoft.com/office/drawing/2014/main" id="{D38118F0-6EA8-4901-9161-9101C6DDD97E}"/>
              </a:ext>
            </a:extLst>
          </p:cNvPr>
          <p:cNvCxnSpPr>
            <a:cxnSpLocks/>
          </p:cNvCxnSpPr>
          <p:nvPr/>
        </p:nvCxnSpPr>
        <p:spPr>
          <a:xfrm rot="16200000" flipH="1">
            <a:off x="5826000" y="3429001"/>
            <a:ext cx="5400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7179472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ED013D-A80D-4455-B886-0C3448294C02}"/>
              </a:ext>
            </a:extLst>
          </p:cNvPr>
          <p:cNvSpPr>
            <a:spLocks noGrp="1"/>
          </p:cNvSpPr>
          <p:nvPr>
            <p:ph type="title"/>
          </p:nvPr>
        </p:nvSpPr>
        <p:spPr/>
        <p:txBody>
          <a:bodyPr/>
          <a:lstStyle>
            <a:lvl1pPr algn="l">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4A99D3AB-20B9-4D90-8106-506F443682C8}"/>
              </a:ext>
            </a:extLst>
          </p:cNvPr>
          <p:cNvSpPr>
            <a:spLocks noGrp="1"/>
          </p:cNvSpPr>
          <p:nvPr>
            <p:ph sz="half" idx="1"/>
          </p:nvPr>
        </p:nvSpPr>
        <p:spPr>
          <a:xfrm>
            <a:off x="1085850" y="1790700"/>
            <a:ext cx="4740150" cy="39782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85F9DF39-257F-4C10-A7B4-1AA1C66F28E9}"/>
              </a:ext>
            </a:extLst>
          </p:cNvPr>
          <p:cNvSpPr>
            <a:spLocks noGrp="1"/>
          </p:cNvSpPr>
          <p:nvPr>
            <p:ph sz="half" idx="2"/>
          </p:nvPr>
        </p:nvSpPr>
        <p:spPr>
          <a:xfrm>
            <a:off x="6366000" y="1790700"/>
            <a:ext cx="4740150" cy="39782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E0E57E5E-B324-4633-AB65-4A53498B9FAD}"/>
              </a:ext>
            </a:extLst>
          </p:cNvPr>
          <p:cNvSpPr>
            <a:spLocks noGrp="1"/>
          </p:cNvSpPr>
          <p:nvPr>
            <p:ph type="dt" sz="half" idx="10"/>
          </p:nvPr>
        </p:nvSpPr>
        <p:spPr>
          <a:xfrm>
            <a:off x="541338" y="6401999"/>
            <a:ext cx="2206625" cy="369332"/>
          </a:xfrm>
          <a:prstGeom prst="rect">
            <a:avLst/>
          </a:prstGeom>
        </p:spPr>
        <p:txBody>
          <a:bodyPr/>
          <a:lstStyle/>
          <a:p>
            <a:fld id="{64F0E216-BA48-4F04-AC4F-645AA0DD6AC6}" type="datetimeFigureOut">
              <a:rPr lang="en-US" smtClean="0"/>
              <a:t>1/20/2025</a:t>
            </a:fld>
            <a:endParaRPr lang="en-US"/>
          </a:p>
        </p:txBody>
      </p:sp>
      <p:sp>
        <p:nvSpPr>
          <p:cNvPr id="6" name="Footer Placeholder 5">
            <a:extLst>
              <a:ext uri="{FF2B5EF4-FFF2-40B4-BE49-F238E27FC236}">
                <a16:creationId xmlns:a16="http://schemas.microsoft.com/office/drawing/2014/main" id="{5B42A16D-8423-4C91-B839-F95380250FA3}"/>
              </a:ext>
            </a:extLst>
          </p:cNvPr>
          <p:cNvSpPr>
            <a:spLocks noGrp="1"/>
          </p:cNvSpPr>
          <p:nvPr>
            <p:ph type="ftr" sz="quarter" idx="11"/>
          </p:nvPr>
        </p:nvSpPr>
        <p:spPr>
          <a:xfrm>
            <a:off x="3308350" y="6401999"/>
            <a:ext cx="5575300" cy="369332"/>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063AD46B-C875-4F91-8991-4A4E5D768D92}"/>
              </a:ext>
            </a:extLst>
          </p:cNvPr>
          <p:cNvSpPr>
            <a:spLocks noGrp="1"/>
          </p:cNvSpPr>
          <p:nvPr>
            <p:ph type="sldNum" sz="quarter" idx="12"/>
          </p:nvPr>
        </p:nvSpPr>
        <p:spPr>
          <a:xfrm>
            <a:off x="9442800" y="6401999"/>
            <a:ext cx="2208212" cy="369332"/>
          </a:xfrm>
          <a:prstGeom prst="rect">
            <a:avLst/>
          </a:prstGeom>
        </p:spPr>
        <p:txBody>
          <a:bodyPr/>
          <a:lstStyle/>
          <a:p>
            <a:fld id="{D39607A7-8386-47DB-8578-DDEDD194E5D4}" type="slidenum">
              <a:rPr lang="en-US" smtClean="0"/>
              <a:t>‹#›</a:t>
            </a:fld>
            <a:endParaRPr lang="en-US"/>
          </a:p>
        </p:txBody>
      </p:sp>
    </p:spTree>
    <p:extLst>
      <p:ext uri="{BB962C8B-B14F-4D97-AF65-F5344CB8AC3E}">
        <p14:creationId xmlns:p14="http://schemas.microsoft.com/office/powerpoint/2010/main" val="180140559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5170C3-74D3-4445-A879-4F7CF42ED29A}"/>
              </a:ext>
            </a:extLst>
          </p:cNvPr>
          <p:cNvSpPr>
            <a:spLocks noGrp="1"/>
          </p:cNvSpPr>
          <p:nvPr>
            <p:ph type="title"/>
          </p:nvPr>
        </p:nvSpPr>
        <p:spPr>
          <a:xfrm>
            <a:off x="1079500" y="1011238"/>
            <a:ext cx="10026650" cy="655637"/>
          </a:xfrm>
        </p:spPr>
        <p:txBody>
          <a:bodyPr>
            <a:normAutofit/>
          </a:bodyPr>
          <a:lstStyle>
            <a:lvl1pPr algn="l">
              <a:defRPr/>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B2B64494-3C1C-49FE-ADB2-6F41CEEA82EF}"/>
              </a:ext>
            </a:extLst>
          </p:cNvPr>
          <p:cNvSpPr>
            <a:spLocks noGrp="1"/>
          </p:cNvSpPr>
          <p:nvPr>
            <p:ph type="body" idx="1"/>
          </p:nvPr>
        </p:nvSpPr>
        <p:spPr>
          <a:xfrm>
            <a:off x="1079500" y="1854200"/>
            <a:ext cx="4741200" cy="553998"/>
          </a:xfrm>
        </p:spPr>
        <p:txBody>
          <a:bodyPr anchor="t" anchorCtr="0">
            <a:normAutofit/>
          </a:bodyPr>
          <a:lstStyle>
            <a:lvl1pPr marL="0" indent="0">
              <a:lnSpc>
                <a:spcPct val="100000"/>
              </a:lnSpc>
              <a:buNone/>
              <a:defRPr sz="1800" b="0" cap="all" spc="300" baseline="0">
                <a:solidFill>
                  <a:schemeClr val="tx1">
                    <a:alpha val="8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8EE19A6-8340-43A4-9B30-A27DEB9E2BF1}"/>
              </a:ext>
            </a:extLst>
          </p:cNvPr>
          <p:cNvSpPr>
            <a:spLocks noGrp="1"/>
          </p:cNvSpPr>
          <p:nvPr>
            <p:ph sz="half" idx="2"/>
          </p:nvPr>
        </p:nvSpPr>
        <p:spPr>
          <a:xfrm>
            <a:off x="1079500" y="2525561"/>
            <a:ext cx="4741200" cy="32434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7B9D4B31-0090-483A-BF84-CEA2B22D51D5}"/>
              </a:ext>
            </a:extLst>
          </p:cNvPr>
          <p:cNvSpPr>
            <a:spLocks noGrp="1"/>
          </p:cNvSpPr>
          <p:nvPr>
            <p:ph type="body" sz="quarter" idx="3"/>
          </p:nvPr>
        </p:nvSpPr>
        <p:spPr>
          <a:xfrm>
            <a:off x="6364950" y="1854200"/>
            <a:ext cx="4741200" cy="553998"/>
          </a:xfrm>
        </p:spPr>
        <p:txBody>
          <a:bodyPr anchor="t" anchorCtr="0">
            <a:normAutofit/>
          </a:bodyPr>
          <a:lstStyle>
            <a:lvl1pPr marL="0" indent="0">
              <a:lnSpc>
                <a:spcPct val="100000"/>
              </a:lnSpc>
              <a:buNone/>
              <a:defRPr sz="1800" b="0" cap="all" spc="300" baseline="0">
                <a:solidFill>
                  <a:schemeClr val="tx1">
                    <a:alpha val="8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08DB9E9-0BD8-4F85-9342-5C5BA0D35CEA}"/>
              </a:ext>
            </a:extLst>
          </p:cNvPr>
          <p:cNvSpPr>
            <a:spLocks noGrp="1"/>
          </p:cNvSpPr>
          <p:nvPr>
            <p:ph sz="quarter" idx="4"/>
          </p:nvPr>
        </p:nvSpPr>
        <p:spPr>
          <a:xfrm>
            <a:off x="6364950" y="2525560"/>
            <a:ext cx="4741200" cy="32434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52AE3D3E-6168-45C3-BAB4-04FFFB983541}"/>
              </a:ext>
            </a:extLst>
          </p:cNvPr>
          <p:cNvSpPr>
            <a:spLocks noGrp="1"/>
          </p:cNvSpPr>
          <p:nvPr>
            <p:ph type="dt" sz="half" idx="10"/>
          </p:nvPr>
        </p:nvSpPr>
        <p:spPr>
          <a:xfrm>
            <a:off x="541338" y="6401999"/>
            <a:ext cx="2206625" cy="369332"/>
          </a:xfrm>
          <a:prstGeom prst="rect">
            <a:avLst/>
          </a:prstGeom>
        </p:spPr>
        <p:txBody>
          <a:bodyPr/>
          <a:lstStyle/>
          <a:p>
            <a:fld id="{64F0E216-BA48-4F04-AC4F-645AA0DD6AC6}" type="datetimeFigureOut">
              <a:rPr lang="en-US" smtClean="0"/>
              <a:t>1/20/2025</a:t>
            </a:fld>
            <a:endParaRPr lang="en-US"/>
          </a:p>
        </p:txBody>
      </p:sp>
      <p:sp>
        <p:nvSpPr>
          <p:cNvPr id="8" name="Footer Placeholder 7">
            <a:extLst>
              <a:ext uri="{FF2B5EF4-FFF2-40B4-BE49-F238E27FC236}">
                <a16:creationId xmlns:a16="http://schemas.microsoft.com/office/drawing/2014/main" id="{DA8F8D02-7CCF-4321-847A-CD553E52A342}"/>
              </a:ext>
            </a:extLst>
          </p:cNvPr>
          <p:cNvSpPr>
            <a:spLocks noGrp="1"/>
          </p:cNvSpPr>
          <p:nvPr>
            <p:ph type="ftr" sz="quarter" idx="11"/>
          </p:nvPr>
        </p:nvSpPr>
        <p:spPr>
          <a:xfrm>
            <a:off x="3308350" y="6401999"/>
            <a:ext cx="5575300" cy="369332"/>
          </a:xfrm>
          <a:prstGeom prst="rect">
            <a:avLst/>
          </a:prstGeom>
        </p:spPr>
        <p:txBody>
          <a:bodyPr/>
          <a:lstStyle/>
          <a:p>
            <a:endParaRPr lang="en-US"/>
          </a:p>
        </p:txBody>
      </p:sp>
      <p:sp>
        <p:nvSpPr>
          <p:cNvPr id="9" name="Slide Number Placeholder 8">
            <a:extLst>
              <a:ext uri="{FF2B5EF4-FFF2-40B4-BE49-F238E27FC236}">
                <a16:creationId xmlns:a16="http://schemas.microsoft.com/office/drawing/2014/main" id="{9F966368-2A9A-4617-A2A9-E4E9ACD06381}"/>
              </a:ext>
            </a:extLst>
          </p:cNvPr>
          <p:cNvSpPr>
            <a:spLocks noGrp="1"/>
          </p:cNvSpPr>
          <p:nvPr>
            <p:ph type="sldNum" sz="quarter" idx="12"/>
          </p:nvPr>
        </p:nvSpPr>
        <p:spPr>
          <a:xfrm>
            <a:off x="9442800" y="6401999"/>
            <a:ext cx="2208212" cy="369332"/>
          </a:xfrm>
          <a:prstGeom prst="rect">
            <a:avLst/>
          </a:prstGeom>
        </p:spPr>
        <p:txBody>
          <a:bodyPr/>
          <a:lstStyle/>
          <a:p>
            <a:fld id="{D39607A7-8386-47DB-8578-DDEDD194E5D4}" type="slidenum">
              <a:rPr lang="en-US" smtClean="0"/>
              <a:t>‹#›</a:t>
            </a:fld>
            <a:endParaRPr lang="en-US"/>
          </a:p>
        </p:txBody>
      </p:sp>
    </p:spTree>
    <p:extLst>
      <p:ext uri="{BB962C8B-B14F-4D97-AF65-F5344CB8AC3E}">
        <p14:creationId xmlns:p14="http://schemas.microsoft.com/office/powerpoint/2010/main" val="216757819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90855A-C7D7-455F-BD47-AB4221DD0240}"/>
              </a:ext>
            </a:extLst>
          </p:cNvPr>
          <p:cNvSpPr>
            <a:spLocks noGrp="1"/>
          </p:cNvSpPr>
          <p:nvPr>
            <p:ph type="title"/>
          </p:nvPr>
        </p:nvSpPr>
        <p:spPr>
          <a:xfrm>
            <a:off x="1079500" y="1079500"/>
            <a:ext cx="10026650" cy="4689475"/>
          </a:xfrm>
        </p:spPr>
        <p:txBody>
          <a:bodyPr anchor="ctr"/>
          <a:lstStyle>
            <a:lvl1pPr algn="ctr">
              <a:defRPr/>
            </a:lvl1p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1629F6FD-C2F8-4688-B52A-ED76F48B8B41}"/>
              </a:ext>
            </a:extLst>
          </p:cNvPr>
          <p:cNvSpPr>
            <a:spLocks noGrp="1"/>
          </p:cNvSpPr>
          <p:nvPr>
            <p:ph type="dt" sz="half" idx="10"/>
          </p:nvPr>
        </p:nvSpPr>
        <p:spPr>
          <a:xfrm>
            <a:off x="541338" y="6401999"/>
            <a:ext cx="2206625" cy="369332"/>
          </a:xfrm>
          <a:prstGeom prst="rect">
            <a:avLst/>
          </a:prstGeom>
        </p:spPr>
        <p:txBody>
          <a:bodyPr/>
          <a:lstStyle/>
          <a:p>
            <a:fld id="{64F0E216-BA48-4F04-AC4F-645AA0DD6AC6}" type="datetimeFigureOut">
              <a:rPr lang="en-US" smtClean="0"/>
              <a:t>1/20/2025</a:t>
            </a:fld>
            <a:endParaRPr lang="en-US"/>
          </a:p>
        </p:txBody>
      </p:sp>
      <p:sp>
        <p:nvSpPr>
          <p:cNvPr id="4" name="Footer Placeholder 3">
            <a:extLst>
              <a:ext uri="{FF2B5EF4-FFF2-40B4-BE49-F238E27FC236}">
                <a16:creationId xmlns:a16="http://schemas.microsoft.com/office/drawing/2014/main" id="{AB358F0F-237C-4F8E-A5A7-48269F700B1D}"/>
              </a:ext>
            </a:extLst>
          </p:cNvPr>
          <p:cNvSpPr>
            <a:spLocks noGrp="1"/>
          </p:cNvSpPr>
          <p:nvPr>
            <p:ph type="ftr" sz="quarter" idx="11"/>
          </p:nvPr>
        </p:nvSpPr>
        <p:spPr>
          <a:xfrm>
            <a:off x="3308350" y="6401999"/>
            <a:ext cx="5575300" cy="369332"/>
          </a:xfrm>
          <a:prstGeom prst="rect">
            <a:avLst/>
          </a:prstGeom>
        </p:spPr>
        <p:txBody>
          <a:bodyPr/>
          <a:lstStyle/>
          <a:p>
            <a:endParaRPr lang="en-US"/>
          </a:p>
        </p:txBody>
      </p:sp>
      <p:sp>
        <p:nvSpPr>
          <p:cNvPr id="5" name="Slide Number Placeholder 4">
            <a:extLst>
              <a:ext uri="{FF2B5EF4-FFF2-40B4-BE49-F238E27FC236}">
                <a16:creationId xmlns:a16="http://schemas.microsoft.com/office/drawing/2014/main" id="{68C3629E-70C3-44A4-A268-2194CD424AF9}"/>
              </a:ext>
            </a:extLst>
          </p:cNvPr>
          <p:cNvSpPr>
            <a:spLocks noGrp="1"/>
          </p:cNvSpPr>
          <p:nvPr>
            <p:ph type="sldNum" sz="quarter" idx="12"/>
          </p:nvPr>
        </p:nvSpPr>
        <p:spPr>
          <a:xfrm>
            <a:off x="9442800" y="6401999"/>
            <a:ext cx="2208212" cy="369332"/>
          </a:xfrm>
          <a:prstGeom prst="rect">
            <a:avLst/>
          </a:prstGeom>
        </p:spPr>
        <p:txBody>
          <a:bodyPr/>
          <a:lstStyle/>
          <a:p>
            <a:fld id="{D39607A7-8386-47DB-8578-DDEDD194E5D4}" type="slidenum">
              <a:rPr lang="en-US" smtClean="0"/>
              <a:t>‹#›</a:t>
            </a:fld>
            <a:endParaRPr lang="en-US"/>
          </a:p>
        </p:txBody>
      </p:sp>
    </p:spTree>
    <p:extLst>
      <p:ext uri="{BB962C8B-B14F-4D97-AF65-F5344CB8AC3E}">
        <p14:creationId xmlns:p14="http://schemas.microsoft.com/office/powerpoint/2010/main" val="199226998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F0232D4-EC56-49D3-B967-D972B5E5E2C1}"/>
              </a:ext>
            </a:extLst>
          </p:cNvPr>
          <p:cNvSpPr>
            <a:spLocks noGrp="1"/>
          </p:cNvSpPr>
          <p:nvPr>
            <p:ph type="dt" sz="half" idx="10"/>
          </p:nvPr>
        </p:nvSpPr>
        <p:spPr>
          <a:xfrm>
            <a:off x="541338" y="6401999"/>
            <a:ext cx="2206625" cy="369332"/>
          </a:xfrm>
          <a:prstGeom prst="rect">
            <a:avLst/>
          </a:prstGeom>
        </p:spPr>
        <p:txBody>
          <a:bodyPr/>
          <a:lstStyle/>
          <a:p>
            <a:fld id="{64F0E216-BA48-4F04-AC4F-645AA0DD6AC6}" type="datetimeFigureOut">
              <a:rPr lang="en-US" smtClean="0"/>
              <a:t>1/20/2025</a:t>
            </a:fld>
            <a:endParaRPr lang="en-US"/>
          </a:p>
        </p:txBody>
      </p:sp>
      <p:sp>
        <p:nvSpPr>
          <p:cNvPr id="3" name="Footer Placeholder 2">
            <a:extLst>
              <a:ext uri="{FF2B5EF4-FFF2-40B4-BE49-F238E27FC236}">
                <a16:creationId xmlns:a16="http://schemas.microsoft.com/office/drawing/2014/main" id="{0B2C3171-136A-405F-B1CF-C0DAFAA21E41}"/>
              </a:ext>
            </a:extLst>
          </p:cNvPr>
          <p:cNvSpPr>
            <a:spLocks noGrp="1"/>
          </p:cNvSpPr>
          <p:nvPr>
            <p:ph type="ftr" sz="quarter" idx="11"/>
          </p:nvPr>
        </p:nvSpPr>
        <p:spPr>
          <a:xfrm>
            <a:off x="3308350" y="6401999"/>
            <a:ext cx="5575300" cy="369332"/>
          </a:xfrm>
          <a:prstGeom prst="rect">
            <a:avLst/>
          </a:prstGeom>
        </p:spPr>
        <p:txBody>
          <a:bodyPr/>
          <a:lstStyle/>
          <a:p>
            <a:endParaRPr lang="en-US"/>
          </a:p>
        </p:txBody>
      </p:sp>
      <p:sp>
        <p:nvSpPr>
          <p:cNvPr id="4" name="Slide Number Placeholder 3">
            <a:extLst>
              <a:ext uri="{FF2B5EF4-FFF2-40B4-BE49-F238E27FC236}">
                <a16:creationId xmlns:a16="http://schemas.microsoft.com/office/drawing/2014/main" id="{76523E7E-BA29-40D2-BE24-10E7F7050409}"/>
              </a:ext>
            </a:extLst>
          </p:cNvPr>
          <p:cNvSpPr>
            <a:spLocks noGrp="1"/>
          </p:cNvSpPr>
          <p:nvPr>
            <p:ph type="sldNum" sz="quarter" idx="12"/>
          </p:nvPr>
        </p:nvSpPr>
        <p:spPr>
          <a:xfrm>
            <a:off x="9442800" y="6401999"/>
            <a:ext cx="2208212" cy="369332"/>
          </a:xfrm>
          <a:prstGeom prst="rect">
            <a:avLst/>
          </a:prstGeom>
        </p:spPr>
        <p:txBody>
          <a:bodyPr/>
          <a:lstStyle/>
          <a:p>
            <a:fld id="{D39607A7-8386-47DB-8578-DDEDD194E5D4}" type="slidenum">
              <a:rPr lang="en-US" smtClean="0"/>
              <a:t>‹#›</a:t>
            </a:fld>
            <a:endParaRPr lang="en-US"/>
          </a:p>
        </p:txBody>
      </p:sp>
    </p:spTree>
    <p:extLst>
      <p:ext uri="{BB962C8B-B14F-4D97-AF65-F5344CB8AC3E}">
        <p14:creationId xmlns:p14="http://schemas.microsoft.com/office/powerpoint/2010/main" val="75607838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3607EF-706F-47DD-B487-7C3E4EDE1945}"/>
              </a:ext>
            </a:extLst>
          </p:cNvPr>
          <p:cNvSpPr>
            <a:spLocks noGrp="1"/>
          </p:cNvSpPr>
          <p:nvPr>
            <p:ph type="title"/>
          </p:nvPr>
        </p:nvSpPr>
        <p:spPr>
          <a:xfrm>
            <a:off x="1071607" y="1011238"/>
            <a:ext cx="3906000" cy="1292400"/>
          </a:xfrm>
        </p:spPr>
        <p:txBody>
          <a:bodyPr anchor="t" anchorCtr="0">
            <a:normAutofit/>
          </a:bodyPr>
          <a:lstStyle>
            <a:lvl1pPr>
              <a:defRPr sz="28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08298442-7D9F-4D62-866B-FBA382F06C4C}"/>
              </a:ext>
            </a:extLst>
          </p:cNvPr>
          <p:cNvSpPr>
            <a:spLocks noGrp="1"/>
          </p:cNvSpPr>
          <p:nvPr>
            <p:ph idx="1"/>
          </p:nvPr>
        </p:nvSpPr>
        <p:spPr>
          <a:xfrm>
            <a:off x="5537200" y="955230"/>
            <a:ext cx="5583193" cy="4813745"/>
          </a:xfrm>
        </p:spPr>
        <p:txBody>
          <a:bodyPr/>
          <a:lstStyle>
            <a:lvl1pPr marL="0" indent="0">
              <a:lnSpc>
                <a:spcPct val="100000"/>
              </a:lnSpc>
              <a:buFontTx/>
              <a:buNone/>
              <a:defRPr sz="4800"/>
            </a:lvl1pPr>
            <a:lvl2pPr marL="0">
              <a:lnSpc>
                <a:spcPct val="100000"/>
              </a:lnSpc>
              <a:defRPr sz="4800"/>
            </a:lvl2pPr>
            <a:lvl3pPr marL="0" indent="0">
              <a:buNone/>
              <a:defRPr sz="2000"/>
            </a:lvl3pPr>
            <a:lvl4pPr marL="0">
              <a:defRPr sz="2000"/>
            </a:lvl4pPr>
            <a:lvl5pPr marL="360000">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267D1DB7-AC43-460E-B3C5-9F8B37D1B50A}"/>
              </a:ext>
            </a:extLst>
          </p:cNvPr>
          <p:cNvSpPr>
            <a:spLocks noGrp="1"/>
          </p:cNvSpPr>
          <p:nvPr>
            <p:ph type="body" sz="half" idx="2"/>
          </p:nvPr>
        </p:nvSpPr>
        <p:spPr>
          <a:xfrm>
            <a:off x="1079499" y="2664000"/>
            <a:ext cx="3905999" cy="3106800"/>
          </a:xfrm>
        </p:spPr>
        <p:txBody>
          <a:bodyPr>
            <a:normAutofit/>
          </a:bodyPr>
          <a:lstStyle>
            <a:lvl1pPr marL="0" indent="0">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40C5DE9-6995-4F6E-AF64-6CE9A677971D}"/>
              </a:ext>
            </a:extLst>
          </p:cNvPr>
          <p:cNvSpPr>
            <a:spLocks noGrp="1"/>
          </p:cNvSpPr>
          <p:nvPr>
            <p:ph type="dt" sz="half" idx="10"/>
          </p:nvPr>
        </p:nvSpPr>
        <p:spPr>
          <a:xfrm>
            <a:off x="541338" y="6401999"/>
            <a:ext cx="2206625" cy="369332"/>
          </a:xfrm>
          <a:prstGeom prst="rect">
            <a:avLst/>
          </a:prstGeom>
        </p:spPr>
        <p:txBody>
          <a:bodyPr/>
          <a:lstStyle/>
          <a:p>
            <a:fld id="{64F0E216-BA48-4F04-AC4F-645AA0DD6AC6}" type="datetimeFigureOut">
              <a:rPr lang="en-US" smtClean="0"/>
              <a:t>1/20/2025</a:t>
            </a:fld>
            <a:endParaRPr lang="en-US"/>
          </a:p>
        </p:txBody>
      </p:sp>
      <p:sp>
        <p:nvSpPr>
          <p:cNvPr id="6" name="Footer Placeholder 5">
            <a:extLst>
              <a:ext uri="{FF2B5EF4-FFF2-40B4-BE49-F238E27FC236}">
                <a16:creationId xmlns:a16="http://schemas.microsoft.com/office/drawing/2014/main" id="{388BC655-2B4D-48CA-90B9-740400332295}"/>
              </a:ext>
            </a:extLst>
          </p:cNvPr>
          <p:cNvSpPr>
            <a:spLocks noGrp="1"/>
          </p:cNvSpPr>
          <p:nvPr>
            <p:ph type="ftr" sz="quarter" idx="11"/>
          </p:nvPr>
        </p:nvSpPr>
        <p:spPr>
          <a:xfrm>
            <a:off x="3308350" y="6401999"/>
            <a:ext cx="5575300" cy="369332"/>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1314A7E0-1D83-4CE0-9FFE-3EEE2B3C27ED}"/>
              </a:ext>
            </a:extLst>
          </p:cNvPr>
          <p:cNvSpPr>
            <a:spLocks noGrp="1"/>
          </p:cNvSpPr>
          <p:nvPr>
            <p:ph type="sldNum" sz="quarter" idx="12"/>
          </p:nvPr>
        </p:nvSpPr>
        <p:spPr>
          <a:xfrm>
            <a:off x="9442800" y="6401999"/>
            <a:ext cx="2208212" cy="369332"/>
          </a:xfrm>
          <a:prstGeom prst="rect">
            <a:avLst/>
          </a:prstGeom>
        </p:spPr>
        <p:txBody>
          <a:bodyPr/>
          <a:lstStyle/>
          <a:p>
            <a:fld id="{D39607A7-8386-47DB-8578-DDEDD194E5D4}" type="slidenum">
              <a:rPr lang="en-US" smtClean="0"/>
              <a:t>‹#›</a:t>
            </a:fld>
            <a:endParaRPr lang="en-US"/>
          </a:p>
        </p:txBody>
      </p:sp>
    </p:spTree>
    <p:extLst>
      <p:ext uri="{BB962C8B-B14F-4D97-AF65-F5344CB8AC3E}">
        <p14:creationId xmlns:p14="http://schemas.microsoft.com/office/powerpoint/2010/main" val="264016872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4F7F85-950A-4BED-AE31-5C85DE4FA488}"/>
              </a:ext>
            </a:extLst>
          </p:cNvPr>
          <p:cNvSpPr>
            <a:spLocks noGrp="1"/>
          </p:cNvSpPr>
          <p:nvPr>
            <p:ph type="title"/>
          </p:nvPr>
        </p:nvSpPr>
        <p:spPr>
          <a:xfrm>
            <a:off x="1079501" y="1011238"/>
            <a:ext cx="3905250" cy="1292662"/>
          </a:xfrm>
        </p:spPr>
        <p:txBody>
          <a:bodyPr anchor="t" anchorCtr="0">
            <a:normAutofit/>
          </a:bodyPr>
          <a:lstStyle>
            <a:lvl1pPr>
              <a:defRPr sz="28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6813A008-3741-4305-8A06-C0D8404A32BB}"/>
              </a:ext>
            </a:extLst>
          </p:cNvPr>
          <p:cNvSpPr>
            <a:spLocks noGrp="1"/>
          </p:cNvSpPr>
          <p:nvPr>
            <p:ph type="pic" idx="1"/>
          </p:nvPr>
        </p:nvSpPr>
        <p:spPr>
          <a:xfrm>
            <a:off x="5537200" y="531813"/>
            <a:ext cx="6113812" cy="578484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BF2ADC63-3365-4920-AF26-600F4D2EA579}"/>
              </a:ext>
            </a:extLst>
          </p:cNvPr>
          <p:cNvSpPr>
            <a:spLocks noGrp="1"/>
          </p:cNvSpPr>
          <p:nvPr>
            <p:ph type="body" sz="half" idx="2"/>
          </p:nvPr>
        </p:nvSpPr>
        <p:spPr>
          <a:xfrm>
            <a:off x="1079500" y="2663825"/>
            <a:ext cx="3905250" cy="3105150"/>
          </a:xfrm>
        </p:spPr>
        <p:txBody>
          <a:bodyPr>
            <a:normAutofit/>
          </a:bodyPr>
          <a:lstStyle>
            <a:lvl1pPr marL="0" indent="0">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AC161BE-EF8B-4F4D-8197-61442EBC46BD}"/>
              </a:ext>
            </a:extLst>
          </p:cNvPr>
          <p:cNvSpPr>
            <a:spLocks noGrp="1"/>
          </p:cNvSpPr>
          <p:nvPr>
            <p:ph type="dt" sz="half" idx="10"/>
          </p:nvPr>
        </p:nvSpPr>
        <p:spPr>
          <a:xfrm>
            <a:off x="541338" y="6401999"/>
            <a:ext cx="2206625" cy="369332"/>
          </a:xfrm>
          <a:prstGeom prst="rect">
            <a:avLst/>
          </a:prstGeom>
        </p:spPr>
        <p:txBody>
          <a:bodyPr/>
          <a:lstStyle/>
          <a:p>
            <a:fld id="{64F0E216-BA48-4F04-AC4F-645AA0DD6AC6}" type="datetimeFigureOut">
              <a:rPr lang="en-US" smtClean="0"/>
              <a:t>1/20/2025</a:t>
            </a:fld>
            <a:endParaRPr lang="en-US"/>
          </a:p>
        </p:txBody>
      </p:sp>
      <p:sp>
        <p:nvSpPr>
          <p:cNvPr id="6" name="Footer Placeholder 5">
            <a:extLst>
              <a:ext uri="{FF2B5EF4-FFF2-40B4-BE49-F238E27FC236}">
                <a16:creationId xmlns:a16="http://schemas.microsoft.com/office/drawing/2014/main" id="{9FD37897-BFE5-414E-9334-53116988DC37}"/>
              </a:ext>
            </a:extLst>
          </p:cNvPr>
          <p:cNvSpPr>
            <a:spLocks noGrp="1"/>
          </p:cNvSpPr>
          <p:nvPr>
            <p:ph type="ftr" sz="quarter" idx="11"/>
          </p:nvPr>
        </p:nvSpPr>
        <p:spPr>
          <a:xfrm>
            <a:off x="3308350" y="6401999"/>
            <a:ext cx="5575300" cy="369332"/>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3F5BF024-9A20-4B80-976D-420DCCD1616D}"/>
              </a:ext>
            </a:extLst>
          </p:cNvPr>
          <p:cNvSpPr>
            <a:spLocks noGrp="1"/>
          </p:cNvSpPr>
          <p:nvPr>
            <p:ph type="sldNum" sz="quarter" idx="12"/>
          </p:nvPr>
        </p:nvSpPr>
        <p:spPr>
          <a:xfrm>
            <a:off x="9442800" y="6401999"/>
            <a:ext cx="2208212" cy="369332"/>
          </a:xfrm>
          <a:prstGeom prst="rect">
            <a:avLst/>
          </a:prstGeom>
        </p:spPr>
        <p:txBody>
          <a:bodyPr/>
          <a:lstStyle/>
          <a:p>
            <a:fld id="{D39607A7-8386-47DB-8578-DDEDD194E5D4}" type="slidenum">
              <a:rPr lang="en-US" smtClean="0"/>
              <a:t>‹#›</a:t>
            </a:fld>
            <a:endParaRPr lang="en-US"/>
          </a:p>
        </p:txBody>
      </p:sp>
    </p:spTree>
    <p:extLst>
      <p:ext uri="{BB962C8B-B14F-4D97-AF65-F5344CB8AC3E}">
        <p14:creationId xmlns:p14="http://schemas.microsoft.com/office/powerpoint/2010/main" val="35324108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AB794F-0C7D-47A6-A355-9B54F3A082B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518BEFC-5F95-43C3-A662-CF24426CB374}"/>
              </a:ext>
            </a:extLst>
          </p:cNvPr>
          <p:cNvSpPr>
            <a:spLocks noGrp="1"/>
          </p:cNvSpPr>
          <p:nvPr>
            <p:ph type="body" orient="vert" idx="1"/>
          </p:nvPr>
        </p:nvSpPr>
        <p:spPr>
          <a:xfrm>
            <a:off x="1079500" y="1790700"/>
            <a:ext cx="10026650" cy="397827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DE020A41-C226-41AB-8766-C9BF3E9BF9D0}"/>
              </a:ext>
            </a:extLst>
          </p:cNvPr>
          <p:cNvSpPr>
            <a:spLocks noGrp="1"/>
          </p:cNvSpPr>
          <p:nvPr>
            <p:ph type="dt" sz="half" idx="10"/>
          </p:nvPr>
        </p:nvSpPr>
        <p:spPr>
          <a:xfrm>
            <a:off x="541338" y="6401999"/>
            <a:ext cx="2206625" cy="369332"/>
          </a:xfrm>
          <a:prstGeom prst="rect">
            <a:avLst/>
          </a:prstGeom>
        </p:spPr>
        <p:txBody>
          <a:bodyPr/>
          <a:lstStyle/>
          <a:p>
            <a:fld id="{64F0E216-BA48-4F04-AC4F-645AA0DD6AC6}" type="datetimeFigureOut">
              <a:rPr lang="en-US" smtClean="0"/>
              <a:t>1/20/2025</a:t>
            </a:fld>
            <a:endParaRPr lang="en-US"/>
          </a:p>
        </p:txBody>
      </p:sp>
      <p:sp>
        <p:nvSpPr>
          <p:cNvPr id="5" name="Footer Placeholder 4">
            <a:extLst>
              <a:ext uri="{FF2B5EF4-FFF2-40B4-BE49-F238E27FC236}">
                <a16:creationId xmlns:a16="http://schemas.microsoft.com/office/drawing/2014/main" id="{877795E9-017B-4505-810D-A5F553A56BC9}"/>
              </a:ext>
            </a:extLst>
          </p:cNvPr>
          <p:cNvSpPr>
            <a:spLocks noGrp="1"/>
          </p:cNvSpPr>
          <p:nvPr>
            <p:ph type="ftr" sz="quarter" idx="11"/>
          </p:nvPr>
        </p:nvSpPr>
        <p:spPr>
          <a:xfrm>
            <a:off x="3308350" y="6401999"/>
            <a:ext cx="5575300" cy="369332"/>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6626A1BD-3429-4C11-B230-8AD083EC3EC2}"/>
              </a:ext>
            </a:extLst>
          </p:cNvPr>
          <p:cNvSpPr>
            <a:spLocks noGrp="1"/>
          </p:cNvSpPr>
          <p:nvPr>
            <p:ph type="sldNum" sz="quarter" idx="12"/>
          </p:nvPr>
        </p:nvSpPr>
        <p:spPr>
          <a:xfrm>
            <a:off x="9442800" y="6401999"/>
            <a:ext cx="2208212" cy="369332"/>
          </a:xfrm>
          <a:prstGeom prst="rect">
            <a:avLst/>
          </a:prstGeom>
        </p:spPr>
        <p:txBody>
          <a:bodyPr/>
          <a:lstStyle/>
          <a:p>
            <a:fld id="{D39607A7-8386-47DB-8578-DDEDD194E5D4}" type="slidenum">
              <a:rPr lang="en-US" smtClean="0"/>
              <a:t>‹#›</a:t>
            </a:fld>
            <a:endParaRPr lang="en-US"/>
          </a:p>
        </p:txBody>
      </p:sp>
    </p:spTree>
    <p:extLst>
      <p:ext uri="{BB962C8B-B14F-4D97-AF65-F5344CB8AC3E}">
        <p14:creationId xmlns:p14="http://schemas.microsoft.com/office/powerpoint/2010/main" val="27094750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EA11CA2-18BF-408B-A40C-B43A0A7B80FA}"/>
              </a:ext>
            </a:extLst>
          </p:cNvPr>
          <p:cNvSpPr>
            <a:spLocks noGrp="1"/>
          </p:cNvSpPr>
          <p:nvPr>
            <p:ph type="title" orient="vert"/>
          </p:nvPr>
        </p:nvSpPr>
        <p:spPr>
          <a:xfrm>
            <a:off x="9899079" y="1079500"/>
            <a:ext cx="1292662" cy="4689476"/>
          </a:xfrm>
        </p:spPr>
        <p:txBody>
          <a:bodyPr vert="eaVert">
            <a:normAutofit/>
          </a:bodyPr>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BAE424B6-12FC-41A1-AF7C-7E3931D97204}"/>
              </a:ext>
            </a:extLst>
          </p:cNvPr>
          <p:cNvSpPr>
            <a:spLocks noGrp="1"/>
          </p:cNvSpPr>
          <p:nvPr>
            <p:ph type="body" orient="vert" idx="1"/>
          </p:nvPr>
        </p:nvSpPr>
        <p:spPr>
          <a:xfrm>
            <a:off x="1079499" y="1079500"/>
            <a:ext cx="8495943" cy="4689476"/>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735CF957-F921-48CF-97FE-91190C1AE9B3}"/>
              </a:ext>
            </a:extLst>
          </p:cNvPr>
          <p:cNvSpPr>
            <a:spLocks noGrp="1"/>
          </p:cNvSpPr>
          <p:nvPr>
            <p:ph type="dt" sz="half" idx="10"/>
          </p:nvPr>
        </p:nvSpPr>
        <p:spPr>
          <a:xfrm>
            <a:off x="541338" y="6401999"/>
            <a:ext cx="2206625" cy="369332"/>
          </a:xfrm>
          <a:prstGeom prst="rect">
            <a:avLst/>
          </a:prstGeom>
        </p:spPr>
        <p:txBody>
          <a:bodyPr/>
          <a:lstStyle/>
          <a:p>
            <a:fld id="{64F0E216-BA48-4F04-AC4F-645AA0DD6AC6}" type="datetimeFigureOut">
              <a:rPr lang="en-US" smtClean="0"/>
              <a:t>1/20/2025</a:t>
            </a:fld>
            <a:endParaRPr lang="en-US"/>
          </a:p>
        </p:txBody>
      </p:sp>
      <p:sp>
        <p:nvSpPr>
          <p:cNvPr id="5" name="Footer Placeholder 4">
            <a:extLst>
              <a:ext uri="{FF2B5EF4-FFF2-40B4-BE49-F238E27FC236}">
                <a16:creationId xmlns:a16="http://schemas.microsoft.com/office/drawing/2014/main" id="{6653F49D-6E0C-47F7-BAAD-A427913DC4D1}"/>
              </a:ext>
            </a:extLst>
          </p:cNvPr>
          <p:cNvSpPr>
            <a:spLocks noGrp="1"/>
          </p:cNvSpPr>
          <p:nvPr>
            <p:ph type="ftr" sz="quarter" idx="11"/>
          </p:nvPr>
        </p:nvSpPr>
        <p:spPr>
          <a:xfrm>
            <a:off x="3308350" y="6401999"/>
            <a:ext cx="5575300" cy="369332"/>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B038A122-F390-46CF-BECF-3AE05CA585C4}"/>
              </a:ext>
            </a:extLst>
          </p:cNvPr>
          <p:cNvSpPr>
            <a:spLocks noGrp="1"/>
          </p:cNvSpPr>
          <p:nvPr>
            <p:ph type="sldNum" sz="quarter" idx="12"/>
          </p:nvPr>
        </p:nvSpPr>
        <p:spPr>
          <a:xfrm>
            <a:off x="9442800" y="6401999"/>
            <a:ext cx="2208212" cy="369332"/>
          </a:xfrm>
          <a:prstGeom prst="rect">
            <a:avLst/>
          </a:prstGeom>
        </p:spPr>
        <p:txBody>
          <a:bodyPr/>
          <a:lstStyle/>
          <a:p>
            <a:fld id="{D39607A7-8386-47DB-8578-DDEDD194E5D4}" type="slidenum">
              <a:rPr lang="en-US" smtClean="0"/>
              <a:t>‹#›</a:t>
            </a:fld>
            <a:endParaRPr lang="en-US"/>
          </a:p>
        </p:txBody>
      </p:sp>
    </p:spTree>
    <p:extLst>
      <p:ext uri="{BB962C8B-B14F-4D97-AF65-F5344CB8AC3E}">
        <p14:creationId xmlns:p14="http://schemas.microsoft.com/office/powerpoint/2010/main" val="258119367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24" name="Rectangle 23">
            <a:extLst>
              <a:ext uri="{FF2B5EF4-FFF2-40B4-BE49-F238E27FC236}">
                <a16:creationId xmlns:a16="http://schemas.microsoft.com/office/drawing/2014/main" id="{50666DC1-CD27-4874-9484-9D06C59FE4D0}"/>
              </a:ext>
            </a:extLst>
          </p:cNvPr>
          <p:cNvSpPr/>
          <p:nvPr/>
        </p:nvSpPr>
        <p:spPr>
          <a:xfrm>
            <a:off x="0" y="0"/>
            <a:ext cx="12192000" cy="3429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777579F-F417-47C2-AC03-911CCED021DB}"/>
              </a:ext>
            </a:extLst>
          </p:cNvPr>
          <p:cNvSpPr>
            <a:spLocks noGrp="1"/>
          </p:cNvSpPr>
          <p:nvPr>
            <p:ph type="ctrTitle"/>
          </p:nvPr>
        </p:nvSpPr>
        <p:spPr>
          <a:xfrm>
            <a:off x="484552" y="447675"/>
            <a:ext cx="8397511" cy="2714625"/>
          </a:xfrm>
        </p:spPr>
        <p:txBody>
          <a:bodyPr anchor="b">
            <a:normAutofit/>
          </a:bodyPr>
          <a:lstStyle>
            <a:lvl1pPr algn="l">
              <a:defRPr sz="5400">
                <a:solidFill>
                  <a:schemeClr val="bg1"/>
                </a:solidFill>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1643E600-28DA-4780-9E00-2E12F74FF621}"/>
              </a:ext>
            </a:extLst>
          </p:cNvPr>
          <p:cNvSpPr>
            <a:spLocks noGrp="1"/>
          </p:cNvSpPr>
          <p:nvPr>
            <p:ph type="subTitle" idx="1"/>
          </p:nvPr>
        </p:nvSpPr>
        <p:spPr>
          <a:xfrm>
            <a:off x="484552" y="3602037"/>
            <a:ext cx="8397511" cy="2460625"/>
          </a:xfrm>
        </p:spPr>
        <p:txBody>
          <a:bodyPr>
            <a:normAutofit/>
          </a:bodyPr>
          <a:lstStyle>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E0E6F1DC-ADFB-42C9-AB34-FCB38C8123FC}"/>
              </a:ext>
            </a:extLst>
          </p:cNvPr>
          <p:cNvSpPr>
            <a:spLocks noGrp="1"/>
          </p:cNvSpPr>
          <p:nvPr>
            <p:ph type="dt" sz="half" idx="10"/>
          </p:nvPr>
        </p:nvSpPr>
        <p:spPr/>
        <p:txBody>
          <a:bodyPr/>
          <a:lstStyle/>
          <a:p>
            <a:fld id="{92538219-6E45-4D12-B767-46F92D5844D4}" type="datetime1">
              <a:rPr lang="en-US" smtClean="0"/>
              <a:t>1/20/2025</a:t>
            </a:fld>
            <a:endParaRPr lang="en-US"/>
          </a:p>
        </p:txBody>
      </p:sp>
      <p:sp>
        <p:nvSpPr>
          <p:cNvPr id="5" name="Footer Placeholder 4">
            <a:extLst>
              <a:ext uri="{FF2B5EF4-FFF2-40B4-BE49-F238E27FC236}">
                <a16:creationId xmlns:a16="http://schemas.microsoft.com/office/drawing/2014/main" id="{EE799E6D-BBA8-4A15-94DA-DBE8A4FDE6E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C803C82-8719-4FAC-94BF-2A91335FB58A}"/>
              </a:ext>
            </a:extLst>
          </p:cNvPr>
          <p:cNvSpPr>
            <a:spLocks noGrp="1"/>
          </p:cNvSpPr>
          <p:nvPr>
            <p:ph type="sldNum" sz="quarter" idx="12"/>
          </p:nvPr>
        </p:nvSpPr>
        <p:spPr/>
        <p:txBody>
          <a:bodyPr/>
          <a:lstStyle/>
          <a:p>
            <a:fld id="{1F646F3F-274D-499B-ABBE-824EB4ABDC3D}" type="slidenum">
              <a:rPr lang="en-US" smtClean="0"/>
              <a:t>‹#›</a:t>
            </a:fld>
            <a:endParaRPr lang="en-US"/>
          </a:p>
        </p:txBody>
      </p:sp>
    </p:spTree>
    <p:extLst>
      <p:ext uri="{BB962C8B-B14F-4D97-AF65-F5344CB8AC3E}">
        <p14:creationId xmlns:p14="http://schemas.microsoft.com/office/powerpoint/2010/main" val="61063099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59CF16-986E-4D90-AA40-CDB46E23320D}"/>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5A6F14DA-A783-43BC-8F15-95408B89DE0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558C48B6-C394-452A-94D9-D4802755D841}"/>
              </a:ext>
            </a:extLst>
          </p:cNvPr>
          <p:cNvSpPr>
            <a:spLocks noGrp="1"/>
          </p:cNvSpPr>
          <p:nvPr>
            <p:ph type="dt" sz="half" idx="10"/>
          </p:nvPr>
        </p:nvSpPr>
        <p:spPr/>
        <p:txBody>
          <a:bodyPr/>
          <a:lstStyle/>
          <a:p>
            <a:fld id="{8BB296A2-D8F0-4E17-BFD0-A6C902250D59}" type="datetime1">
              <a:rPr lang="en-US" smtClean="0"/>
              <a:t>1/20/2025</a:t>
            </a:fld>
            <a:endParaRPr lang="en-US"/>
          </a:p>
        </p:txBody>
      </p:sp>
      <p:sp>
        <p:nvSpPr>
          <p:cNvPr id="5" name="Footer Placeholder 4">
            <a:extLst>
              <a:ext uri="{FF2B5EF4-FFF2-40B4-BE49-F238E27FC236}">
                <a16:creationId xmlns:a16="http://schemas.microsoft.com/office/drawing/2014/main" id="{43858A8A-3DD0-41C8-9F48-F4309FA1957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3706C92-7C02-4D34-B3E5-D549A7A36BD3}"/>
              </a:ext>
            </a:extLst>
          </p:cNvPr>
          <p:cNvSpPr>
            <a:spLocks noGrp="1"/>
          </p:cNvSpPr>
          <p:nvPr>
            <p:ph type="sldNum" sz="quarter" idx="12"/>
          </p:nvPr>
        </p:nvSpPr>
        <p:spPr/>
        <p:txBody>
          <a:bodyPr/>
          <a:lstStyle/>
          <a:p>
            <a:fld id="{1F646F3F-274D-499B-ABBE-824EB4ABDC3D}" type="slidenum">
              <a:rPr lang="en-US" smtClean="0"/>
              <a:t>‹#›</a:t>
            </a:fld>
            <a:endParaRPr lang="en-US"/>
          </a:p>
        </p:txBody>
      </p:sp>
    </p:spTree>
    <p:extLst>
      <p:ext uri="{BB962C8B-B14F-4D97-AF65-F5344CB8AC3E}">
        <p14:creationId xmlns:p14="http://schemas.microsoft.com/office/powerpoint/2010/main" val="143087430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266F9FA-E6B8-4CFC-B3F1-0C075546EE33}"/>
              </a:ext>
            </a:extLst>
          </p:cNvPr>
          <p:cNvSpPr/>
          <p:nvPr/>
        </p:nvSpPr>
        <p:spPr>
          <a:xfrm>
            <a:off x="0" y="0"/>
            <a:ext cx="12192000" cy="3429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F16F270-B2AA-4935-885F-5924B1F63A3E}"/>
              </a:ext>
            </a:extLst>
          </p:cNvPr>
          <p:cNvSpPr>
            <a:spLocks noGrp="1"/>
          </p:cNvSpPr>
          <p:nvPr>
            <p:ph type="title"/>
          </p:nvPr>
        </p:nvSpPr>
        <p:spPr>
          <a:xfrm>
            <a:off x="484552" y="457200"/>
            <a:ext cx="10862898" cy="2724151"/>
          </a:xfrm>
        </p:spPr>
        <p:txBody>
          <a:bodyPr anchor="b">
            <a:normAutofit/>
          </a:bodyPr>
          <a:lstStyle>
            <a:lvl1pPr>
              <a:defRPr sz="54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A522658E-3D87-4D5A-A602-847153CC4845}"/>
              </a:ext>
            </a:extLst>
          </p:cNvPr>
          <p:cNvSpPr>
            <a:spLocks noGrp="1"/>
          </p:cNvSpPr>
          <p:nvPr>
            <p:ph type="body" idx="1"/>
          </p:nvPr>
        </p:nvSpPr>
        <p:spPr>
          <a:xfrm>
            <a:off x="484552" y="3695701"/>
            <a:ext cx="10862898" cy="2393950"/>
          </a:xfrm>
        </p:spPr>
        <p:txBody>
          <a:bodyPr>
            <a:normAutofit/>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FAB1D84-A229-45B1-BD42-0DC0CE9F8DE9}"/>
              </a:ext>
            </a:extLst>
          </p:cNvPr>
          <p:cNvSpPr>
            <a:spLocks noGrp="1"/>
          </p:cNvSpPr>
          <p:nvPr>
            <p:ph type="dt" sz="half" idx="10"/>
          </p:nvPr>
        </p:nvSpPr>
        <p:spPr/>
        <p:txBody>
          <a:bodyPr/>
          <a:lstStyle/>
          <a:p>
            <a:fld id="{D9108C9C-1ACB-4C84-A002-C7E0E45B937A}" type="datetime1">
              <a:rPr lang="en-US" smtClean="0"/>
              <a:t>1/20/2025</a:t>
            </a:fld>
            <a:endParaRPr lang="en-US"/>
          </a:p>
        </p:txBody>
      </p:sp>
      <p:sp>
        <p:nvSpPr>
          <p:cNvPr id="5" name="Footer Placeholder 4">
            <a:extLst>
              <a:ext uri="{FF2B5EF4-FFF2-40B4-BE49-F238E27FC236}">
                <a16:creationId xmlns:a16="http://schemas.microsoft.com/office/drawing/2014/main" id="{2664EEF4-D461-49D7-8F24-8BFE2444B6D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644055A-7488-4646-9E88-692036EA22DE}"/>
              </a:ext>
            </a:extLst>
          </p:cNvPr>
          <p:cNvSpPr>
            <a:spLocks noGrp="1"/>
          </p:cNvSpPr>
          <p:nvPr>
            <p:ph type="sldNum" sz="quarter" idx="12"/>
          </p:nvPr>
        </p:nvSpPr>
        <p:spPr/>
        <p:txBody>
          <a:bodyPr/>
          <a:lstStyle/>
          <a:p>
            <a:fld id="{1F646F3F-274D-499B-ABBE-824EB4ABDC3D}" type="slidenum">
              <a:rPr lang="en-US" smtClean="0"/>
              <a:t>‹#›</a:t>
            </a:fld>
            <a:endParaRPr lang="en-US"/>
          </a:p>
        </p:txBody>
      </p:sp>
    </p:spTree>
    <p:extLst>
      <p:ext uri="{BB962C8B-B14F-4D97-AF65-F5344CB8AC3E}">
        <p14:creationId xmlns:p14="http://schemas.microsoft.com/office/powerpoint/2010/main" val="92080326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0F1F74-ED26-4F8B-BF51-3533D8404E5A}"/>
              </a:ext>
            </a:extLst>
          </p:cNvPr>
          <p:cNvSpPr>
            <a:spLocks noGrp="1"/>
          </p:cNvSpPr>
          <p:nvPr>
            <p:ph type="title"/>
          </p:nvPr>
        </p:nvSpPr>
        <p:spPr>
          <a:xfrm>
            <a:off x="484552" y="365760"/>
            <a:ext cx="11264536" cy="1687513"/>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F201D2D7-7F18-43E0-9B2E-3FCD83CC83BC}"/>
              </a:ext>
            </a:extLst>
          </p:cNvPr>
          <p:cNvSpPr>
            <a:spLocks noGrp="1"/>
          </p:cNvSpPr>
          <p:nvPr>
            <p:ph sz="half" idx="1"/>
          </p:nvPr>
        </p:nvSpPr>
        <p:spPr>
          <a:xfrm>
            <a:off x="484552" y="2552699"/>
            <a:ext cx="5323703" cy="36242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8FCBBB66-EB7D-4F8C-9C78-1D1C88846469}"/>
              </a:ext>
            </a:extLst>
          </p:cNvPr>
          <p:cNvSpPr>
            <a:spLocks noGrp="1"/>
          </p:cNvSpPr>
          <p:nvPr>
            <p:ph sz="half" idx="2"/>
          </p:nvPr>
        </p:nvSpPr>
        <p:spPr>
          <a:xfrm>
            <a:off x="6270162" y="2552699"/>
            <a:ext cx="5323703" cy="36242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47A684E6-393D-4587-AA45-E6734FB47AEC}"/>
              </a:ext>
            </a:extLst>
          </p:cNvPr>
          <p:cNvSpPr>
            <a:spLocks noGrp="1"/>
          </p:cNvSpPr>
          <p:nvPr>
            <p:ph type="dt" sz="half" idx="10"/>
          </p:nvPr>
        </p:nvSpPr>
        <p:spPr/>
        <p:txBody>
          <a:bodyPr/>
          <a:lstStyle/>
          <a:p>
            <a:fld id="{F49AF2A5-B297-4977-9E5B-4D3050E23689}" type="datetime1">
              <a:rPr lang="en-US" smtClean="0"/>
              <a:t>1/20/2025</a:t>
            </a:fld>
            <a:endParaRPr lang="en-US"/>
          </a:p>
        </p:txBody>
      </p:sp>
      <p:sp>
        <p:nvSpPr>
          <p:cNvPr id="6" name="Footer Placeholder 5">
            <a:extLst>
              <a:ext uri="{FF2B5EF4-FFF2-40B4-BE49-F238E27FC236}">
                <a16:creationId xmlns:a16="http://schemas.microsoft.com/office/drawing/2014/main" id="{0A1D8EE0-0333-4ABC-AE18-10DD5071CF2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F452369-A8F0-4709-8372-B420A67DB7CC}"/>
              </a:ext>
            </a:extLst>
          </p:cNvPr>
          <p:cNvSpPr>
            <a:spLocks noGrp="1"/>
          </p:cNvSpPr>
          <p:nvPr>
            <p:ph type="sldNum" sz="quarter" idx="12"/>
          </p:nvPr>
        </p:nvSpPr>
        <p:spPr/>
        <p:txBody>
          <a:bodyPr/>
          <a:lstStyle/>
          <a:p>
            <a:fld id="{1F646F3F-274D-499B-ABBE-824EB4ABDC3D}" type="slidenum">
              <a:rPr lang="en-US" smtClean="0"/>
              <a:t>‹#›</a:t>
            </a:fld>
            <a:endParaRPr lang="en-US"/>
          </a:p>
        </p:txBody>
      </p:sp>
    </p:spTree>
    <p:extLst>
      <p:ext uri="{BB962C8B-B14F-4D97-AF65-F5344CB8AC3E}">
        <p14:creationId xmlns:p14="http://schemas.microsoft.com/office/powerpoint/2010/main" val="310082551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291592-4621-4D72-BC2D-F2C439F81B81}"/>
              </a:ext>
            </a:extLst>
          </p:cNvPr>
          <p:cNvSpPr>
            <a:spLocks noGrp="1"/>
          </p:cNvSpPr>
          <p:nvPr>
            <p:ph type="title"/>
          </p:nvPr>
        </p:nvSpPr>
        <p:spPr>
          <a:xfrm>
            <a:off x="484552" y="365759"/>
            <a:ext cx="10870836" cy="1691640"/>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F4B823F5-0A90-4666-BE88-2BE0D0A61603}"/>
              </a:ext>
            </a:extLst>
          </p:cNvPr>
          <p:cNvSpPr>
            <a:spLocks noGrp="1"/>
          </p:cNvSpPr>
          <p:nvPr>
            <p:ph type="body" idx="1"/>
          </p:nvPr>
        </p:nvSpPr>
        <p:spPr>
          <a:xfrm>
            <a:off x="484552" y="2436473"/>
            <a:ext cx="5332026" cy="823912"/>
          </a:xfrm>
        </p:spPr>
        <p:txBody>
          <a:bodyPr anchor="b"/>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2EC6A7C-6260-463D-B3FD-71A07ACD0669}"/>
              </a:ext>
            </a:extLst>
          </p:cNvPr>
          <p:cNvSpPr>
            <a:spLocks noGrp="1"/>
          </p:cNvSpPr>
          <p:nvPr>
            <p:ph sz="half" idx="2"/>
          </p:nvPr>
        </p:nvSpPr>
        <p:spPr>
          <a:xfrm>
            <a:off x="484552" y="3409051"/>
            <a:ext cx="5332026" cy="278061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7BF2AF8D-90ED-4512-9423-C91BF73A99B2}"/>
              </a:ext>
            </a:extLst>
          </p:cNvPr>
          <p:cNvSpPr>
            <a:spLocks noGrp="1"/>
          </p:cNvSpPr>
          <p:nvPr>
            <p:ph type="body" sz="quarter" idx="3"/>
          </p:nvPr>
        </p:nvSpPr>
        <p:spPr>
          <a:xfrm>
            <a:off x="6270162" y="2436473"/>
            <a:ext cx="5358285" cy="823912"/>
          </a:xfrm>
        </p:spPr>
        <p:txBody>
          <a:bodyPr anchor="b"/>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ED838EA-E20D-4CC3-83C2-AFE0DE9F7376}"/>
              </a:ext>
            </a:extLst>
          </p:cNvPr>
          <p:cNvSpPr>
            <a:spLocks noGrp="1"/>
          </p:cNvSpPr>
          <p:nvPr>
            <p:ph sz="quarter" idx="4"/>
          </p:nvPr>
        </p:nvSpPr>
        <p:spPr>
          <a:xfrm>
            <a:off x="6270162" y="3409051"/>
            <a:ext cx="5358285" cy="278061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33603F8A-08E1-4160-9B7E-E0CA4BF8EC3C}"/>
              </a:ext>
            </a:extLst>
          </p:cNvPr>
          <p:cNvSpPr>
            <a:spLocks noGrp="1"/>
          </p:cNvSpPr>
          <p:nvPr>
            <p:ph type="dt" sz="half" idx="10"/>
          </p:nvPr>
        </p:nvSpPr>
        <p:spPr/>
        <p:txBody>
          <a:bodyPr/>
          <a:lstStyle/>
          <a:p>
            <a:fld id="{70127434-4794-409A-9547-04789BA47588}" type="datetime1">
              <a:rPr lang="en-US" smtClean="0"/>
              <a:t>1/20/2025</a:t>
            </a:fld>
            <a:endParaRPr lang="en-US"/>
          </a:p>
        </p:txBody>
      </p:sp>
      <p:sp>
        <p:nvSpPr>
          <p:cNvPr id="8" name="Footer Placeholder 7">
            <a:extLst>
              <a:ext uri="{FF2B5EF4-FFF2-40B4-BE49-F238E27FC236}">
                <a16:creationId xmlns:a16="http://schemas.microsoft.com/office/drawing/2014/main" id="{118291AB-3C5C-4BE1-9E50-02F4893363E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A596E64-CD6C-4CF7-8624-FA4AE9760EEB}"/>
              </a:ext>
            </a:extLst>
          </p:cNvPr>
          <p:cNvSpPr>
            <a:spLocks noGrp="1"/>
          </p:cNvSpPr>
          <p:nvPr>
            <p:ph type="sldNum" sz="quarter" idx="12"/>
          </p:nvPr>
        </p:nvSpPr>
        <p:spPr/>
        <p:txBody>
          <a:bodyPr/>
          <a:lstStyle/>
          <a:p>
            <a:fld id="{1F646F3F-274D-499B-ABBE-824EB4ABDC3D}" type="slidenum">
              <a:rPr lang="en-US" smtClean="0"/>
              <a:t>‹#›</a:t>
            </a:fld>
            <a:endParaRPr lang="en-US"/>
          </a:p>
        </p:txBody>
      </p:sp>
    </p:spTree>
    <p:extLst>
      <p:ext uri="{BB962C8B-B14F-4D97-AF65-F5344CB8AC3E}">
        <p14:creationId xmlns:p14="http://schemas.microsoft.com/office/powerpoint/2010/main" val="238228045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3562B3-06A0-4F2F-96EC-A062DAE2FE7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8FC0095-49F0-4A83-AE8C-9D13E15C2BD8}"/>
              </a:ext>
            </a:extLst>
          </p:cNvPr>
          <p:cNvSpPr>
            <a:spLocks noGrp="1"/>
          </p:cNvSpPr>
          <p:nvPr>
            <p:ph type="dt" sz="half" idx="10"/>
          </p:nvPr>
        </p:nvSpPr>
        <p:spPr/>
        <p:txBody>
          <a:bodyPr/>
          <a:lstStyle/>
          <a:p>
            <a:fld id="{85658635-357A-4E3D-B824-A5CEFDB8449C}" type="datetime1">
              <a:rPr lang="en-US" smtClean="0"/>
              <a:t>1/20/2025</a:t>
            </a:fld>
            <a:endParaRPr lang="en-US"/>
          </a:p>
        </p:txBody>
      </p:sp>
      <p:sp>
        <p:nvSpPr>
          <p:cNvPr id="4" name="Footer Placeholder 3">
            <a:extLst>
              <a:ext uri="{FF2B5EF4-FFF2-40B4-BE49-F238E27FC236}">
                <a16:creationId xmlns:a16="http://schemas.microsoft.com/office/drawing/2014/main" id="{61824898-D4EA-497A-8FC8-43E0D0213BE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44821F6-2C08-450C-A18C-702D7384292F}"/>
              </a:ext>
            </a:extLst>
          </p:cNvPr>
          <p:cNvSpPr>
            <a:spLocks noGrp="1"/>
          </p:cNvSpPr>
          <p:nvPr>
            <p:ph type="sldNum" sz="quarter" idx="12"/>
          </p:nvPr>
        </p:nvSpPr>
        <p:spPr/>
        <p:txBody>
          <a:bodyPr/>
          <a:lstStyle/>
          <a:p>
            <a:fld id="{1F646F3F-274D-499B-ABBE-824EB4ABDC3D}" type="slidenum">
              <a:rPr lang="en-US" smtClean="0"/>
              <a:t>‹#›</a:t>
            </a:fld>
            <a:endParaRPr lang="en-US"/>
          </a:p>
        </p:txBody>
      </p:sp>
    </p:spTree>
    <p:extLst>
      <p:ext uri="{BB962C8B-B14F-4D97-AF65-F5344CB8AC3E}">
        <p14:creationId xmlns:p14="http://schemas.microsoft.com/office/powerpoint/2010/main" val="280236433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3FFE119-5FCA-4D9C-9C07-1B81A0BF3BFF}"/>
              </a:ext>
            </a:extLst>
          </p:cNvPr>
          <p:cNvSpPr>
            <a:spLocks noGrp="1"/>
          </p:cNvSpPr>
          <p:nvPr>
            <p:ph type="dt" sz="half" idx="10"/>
          </p:nvPr>
        </p:nvSpPr>
        <p:spPr/>
        <p:txBody>
          <a:bodyPr/>
          <a:lstStyle/>
          <a:p>
            <a:fld id="{7E86FF77-2719-4AD0-8740-0B90FF5D1EFB}" type="datetime1">
              <a:rPr lang="en-US" smtClean="0"/>
              <a:t>1/20/2025</a:t>
            </a:fld>
            <a:endParaRPr lang="en-US"/>
          </a:p>
        </p:txBody>
      </p:sp>
      <p:sp>
        <p:nvSpPr>
          <p:cNvPr id="3" name="Footer Placeholder 2">
            <a:extLst>
              <a:ext uri="{FF2B5EF4-FFF2-40B4-BE49-F238E27FC236}">
                <a16:creationId xmlns:a16="http://schemas.microsoft.com/office/drawing/2014/main" id="{2A2C5995-6284-4D7F-AB1C-CA8FE63A786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11E4B0D-9C21-48D0-9438-C473706814B3}"/>
              </a:ext>
            </a:extLst>
          </p:cNvPr>
          <p:cNvSpPr>
            <a:spLocks noGrp="1"/>
          </p:cNvSpPr>
          <p:nvPr>
            <p:ph type="sldNum" sz="quarter" idx="12"/>
          </p:nvPr>
        </p:nvSpPr>
        <p:spPr/>
        <p:txBody>
          <a:bodyPr/>
          <a:lstStyle/>
          <a:p>
            <a:fld id="{1F646F3F-274D-499B-ABBE-824EB4ABDC3D}" type="slidenum">
              <a:rPr lang="en-US" smtClean="0"/>
              <a:t>‹#›</a:t>
            </a:fld>
            <a:endParaRPr lang="en-US"/>
          </a:p>
        </p:txBody>
      </p:sp>
    </p:spTree>
    <p:extLst>
      <p:ext uri="{BB962C8B-B14F-4D97-AF65-F5344CB8AC3E}">
        <p14:creationId xmlns:p14="http://schemas.microsoft.com/office/powerpoint/2010/main" val="181949616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grpSp>
        <p:nvGrpSpPr>
          <p:cNvPr id="27" name="Group 26">
            <a:extLst>
              <a:ext uri="{FF2B5EF4-FFF2-40B4-BE49-F238E27FC236}">
                <a16:creationId xmlns:a16="http://schemas.microsoft.com/office/drawing/2014/main" id="{90AF76DA-8F95-47D9-9EB6-B1EC93437387}"/>
              </a:ext>
            </a:extLst>
          </p:cNvPr>
          <p:cNvGrpSpPr/>
          <p:nvPr/>
        </p:nvGrpSpPr>
        <p:grpSpPr>
          <a:xfrm>
            <a:off x="2" y="0"/>
            <a:ext cx="6095998" cy="6858002"/>
            <a:chOff x="1" y="4563942"/>
            <a:chExt cx="12192005" cy="2294060"/>
          </a:xfrm>
        </p:grpSpPr>
        <p:sp>
          <p:nvSpPr>
            <p:cNvPr id="28" name="Rectangle 27">
              <a:extLst>
                <a:ext uri="{FF2B5EF4-FFF2-40B4-BE49-F238E27FC236}">
                  <a16:creationId xmlns:a16="http://schemas.microsoft.com/office/drawing/2014/main" id="{31355B14-077B-4BA1-962D-6E97D93FFCCC}"/>
                </a:ext>
              </a:extLst>
            </p:cNvPr>
            <p:cNvSpPr/>
            <p:nvPr/>
          </p:nvSpPr>
          <p:spPr>
            <a:xfrm>
              <a:off x="10" y="4563942"/>
              <a:ext cx="12191996" cy="229406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7230B99F-AC6F-4973-A35E-16C87C38711D}"/>
                </a:ext>
              </a:extLst>
            </p:cNvPr>
            <p:cNvSpPr/>
            <p:nvPr/>
          </p:nvSpPr>
          <p:spPr>
            <a:xfrm>
              <a:off x="1" y="4563942"/>
              <a:ext cx="12192000" cy="2294060"/>
            </a:xfrm>
            <a:prstGeom prst="rect">
              <a:avLst/>
            </a:prstGeom>
            <a:solidFill>
              <a:srgbClr val="FFFFFF">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5" name="Rectangle 24">
            <a:extLst>
              <a:ext uri="{FF2B5EF4-FFF2-40B4-BE49-F238E27FC236}">
                <a16:creationId xmlns:a16="http://schemas.microsoft.com/office/drawing/2014/main" id="{58E41614-9483-47F8-A429-FB0D1C5AA89A}"/>
              </a:ext>
            </a:extLst>
          </p:cNvPr>
          <p:cNvSpPr/>
          <p:nvPr/>
        </p:nvSpPr>
        <p:spPr>
          <a:xfrm>
            <a:off x="0" y="0"/>
            <a:ext cx="6095999" cy="229114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6B5E91C-3C4F-40A2-BCC6-918D3BEDD24B}"/>
              </a:ext>
            </a:extLst>
          </p:cNvPr>
          <p:cNvSpPr>
            <a:spLocks noGrp="1"/>
          </p:cNvSpPr>
          <p:nvPr>
            <p:ph type="title"/>
          </p:nvPr>
        </p:nvSpPr>
        <p:spPr>
          <a:xfrm>
            <a:off x="484552" y="457200"/>
            <a:ext cx="5287234" cy="1600200"/>
          </a:xfrm>
        </p:spPr>
        <p:txBody>
          <a:bodyPr anchor="b">
            <a:normAutofit/>
          </a:bodyPr>
          <a:lstStyle>
            <a:lvl1pPr>
              <a:defRPr sz="36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8330F113-1C61-4F74-BD5B-727668BBEAFC}"/>
              </a:ext>
            </a:extLst>
          </p:cNvPr>
          <p:cNvSpPr>
            <a:spLocks noGrp="1"/>
          </p:cNvSpPr>
          <p:nvPr>
            <p:ph idx="1"/>
          </p:nvPr>
        </p:nvSpPr>
        <p:spPr>
          <a:xfrm>
            <a:off x="6270162" y="457201"/>
            <a:ext cx="5085226" cy="540385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410EB228-A180-4DF6-9D5B-2CF86B6B9BB0}"/>
              </a:ext>
            </a:extLst>
          </p:cNvPr>
          <p:cNvSpPr>
            <a:spLocks noGrp="1"/>
          </p:cNvSpPr>
          <p:nvPr>
            <p:ph type="body" sz="half" idx="2"/>
          </p:nvPr>
        </p:nvSpPr>
        <p:spPr>
          <a:xfrm>
            <a:off x="484552" y="2514600"/>
            <a:ext cx="5287234" cy="3354388"/>
          </a:xfrm>
        </p:spPr>
        <p:txBody>
          <a:bodyPr>
            <a:normAutofit/>
          </a:bodyPr>
          <a:lstStyle>
            <a:lvl1pPr marL="0" indent="0">
              <a:buNone/>
              <a:defRPr sz="2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A913719-D65D-4BAE-97B7-FAE8F39982EF}"/>
              </a:ext>
            </a:extLst>
          </p:cNvPr>
          <p:cNvSpPr>
            <a:spLocks noGrp="1"/>
          </p:cNvSpPr>
          <p:nvPr>
            <p:ph type="dt" sz="half" idx="10"/>
          </p:nvPr>
        </p:nvSpPr>
        <p:spPr/>
        <p:txBody>
          <a:bodyPr/>
          <a:lstStyle/>
          <a:p>
            <a:fld id="{6E441C83-1089-48B9-8B65-293D4C236D35}" type="datetime1">
              <a:rPr lang="en-US" smtClean="0"/>
              <a:t>1/20/2025</a:t>
            </a:fld>
            <a:endParaRPr lang="en-US"/>
          </a:p>
        </p:txBody>
      </p:sp>
      <p:sp>
        <p:nvSpPr>
          <p:cNvPr id="6" name="Footer Placeholder 5">
            <a:extLst>
              <a:ext uri="{FF2B5EF4-FFF2-40B4-BE49-F238E27FC236}">
                <a16:creationId xmlns:a16="http://schemas.microsoft.com/office/drawing/2014/main" id="{F747F5BB-DC3C-45D1-A0D2-05168FECA25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C344BA3-19DB-4072-9A2C-08C92361AF9C}"/>
              </a:ext>
            </a:extLst>
          </p:cNvPr>
          <p:cNvSpPr>
            <a:spLocks noGrp="1"/>
          </p:cNvSpPr>
          <p:nvPr>
            <p:ph type="sldNum" sz="quarter" idx="12"/>
          </p:nvPr>
        </p:nvSpPr>
        <p:spPr/>
        <p:txBody>
          <a:bodyPr/>
          <a:lstStyle/>
          <a:p>
            <a:fld id="{1F646F3F-274D-499B-ABBE-824EB4ABDC3D}" type="slidenum">
              <a:rPr lang="en-US" smtClean="0"/>
              <a:t>‹#›</a:t>
            </a:fld>
            <a:endParaRPr lang="en-US"/>
          </a:p>
        </p:txBody>
      </p:sp>
    </p:spTree>
    <p:extLst>
      <p:ext uri="{BB962C8B-B14F-4D97-AF65-F5344CB8AC3E}">
        <p14:creationId xmlns:p14="http://schemas.microsoft.com/office/powerpoint/2010/main" val="111625647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B0A6909D-DC0B-4221-8140-21E981D896AF}"/>
              </a:ext>
            </a:extLst>
          </p:cNvPr>
          <p:cNvGrpSpPr/>
          <p:nvPr/>
        </p:nvGrpSpPr>
        <p:grpSpPr>
          <a:xfrm>
            <a:off x="2" y="0"/>
            <a:ext cx="6095998" cy="6858002"/>
            <a:chOff x="1" y="4563942"/>
            <a:chExt cx="12192005" cy="2294060"/>
          </a:xfrm>
        </p:grpSpPr>
        <p:sp>
          <p:nvSpPr>
            <p:cNvPr id="9" name="Rectangle 8">
              <a:extLst>
                <a:ext uri="{FF2B5EF4-FFF2-40B4-BE49-F238E27FC236}">
                  <a16:creationId xmlns:a16="http://schemas.microsoft.com/office/drawing/2014/main" id="{53D581C2-F39E-4958-A3F3-BB65AB1C5E66}"/>
                </a:ext>
              </a:extLst>
            </p:cNvPr>
            <p:cNvSpPr/>
            <p:nvPr/>
          </p:nvSpPr>
          <p:spPr>
            <a:xfrm>
              <a:off x="10" y="4563942"/>
              <a:ext cx="12191996" cy="229406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FD77040-27EF-4D2C-8D34-32337B0C8544}"/>
                </a:ext>
              </a:extLst>
            </p:cNvPr>
            <p:cNvSpPr/>
            <p:nvPr/>
          </p:nvSpPr>
          <p:spPr>
            <a:xfrm>
              <a:off x="1" y="4563942"/>
              <a:ext cx="12192000" cy="2294060"/>
            </a:xfrm>
            <a:prstGeom prst="rect">
              <a:avLst/>
            </a:prstGeom>
            <a:solidFill>
              <a:srgbClr val="FFFFFF">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1" name="Rectangle 10">
            <a:extLst>
              <a:ext uri="{FF2B5EF4-FFF2-40B4-BE49-F238E27FC236}">
                <a16:creationId xmlns:a16="http://schemas.microsoft.com/office/drawing/2014/main" id="{E1A26D20-69F8-4BBC-98C0-BEB470AB8284}"/>
              </a:ext>
            </a:extLst>
          </p:cNvPr>
          <p:cNvSpPr/>
          <p:nvPr/>
        </p:nvSpPr>
        <p:spPr>
          <a:xfrm>
            <a:off x="0" y="0"/>
            <a:ext cx="6095999" cy="229114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547B6BC-4B2A-4001-9634-47473F82701E}"/>
              </a:ext>
            </a:extLst>
          </p:cNvPr>
          <p:cNvSpPr>
            <a:spLocks noGrp="1"/>
          </p:cNvSpPr>
          <p:nvPr>
            <p:ph type="title"/>
          </p:nvPr>
        </p:nvSpPr>
        <p:spPr>
          <a:xfrm>
            <a:off x="484552" y="457200"/>
            <a:ext cx="5211519" cy="1600200"/>
          </a:xfrm>
        </p:spPr>
        <p:txBody>
          <a:bodyPr anchor="b">
            <a:normAutofit/>
          </a:bodyPr>
          <a:lstStyle>
            <a:lvl1pPr>
              <a:defRPr sz="36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0497D074-2CCB-4AB8-A7A0-7847D3C1EF8A}"/>
              </a:ext>
            </a:extLst>
          </p:cNvPr>
          <p:cNvSpPr>
            <a:spLocks noGrp="1"/>
          </p:cNvSpPr>
          <p:nvPr>
            <p:ph type="pic" idx="1"/>
          </p:nvPr>
        </p:nvSpPr>
        <p:spPr>
          <a:xfrm>
            <a:off x="6270162" y="457201"/>
            <a:ext cx="5085226" cy="540385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51FB94BD-D906-4213-9F31-1BE17A86F926}"/>
              </a:ext>
            </a:extLst>
          </p:cNvPr>
          <p:cNvSpPr>
            <a:spLocks noGrp="1"/>
          </p:cNvSpPr>
          <p:nvPr>
            <p:ph type="body" sz="half" idx="2"/>
          </p:nvPr>
        </p:nvSpPr>
        <p:spPr>
          <a:xfrm>
            <a:off x="484552" y="2514600"/>
            <a:ext cx="5211519" cy="3354388"/>
          </a:xfrm>
        </p:spPr>
        <p:txBody>
          <a:bodyPr>
            <a:normAutofit/>
          </a:bodyPr>
          <a:lstStyle>
            <a:lvl1pPr marL="0" indent="0">
              <a:buNone/>
              <a:defRPr sz="2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C1B8431-70CB-4E9F-8A49-CDFF18554212}"/>
              </a:ext>
            </a:extLst>
          </p:cNvPr>
          <p:cNvSpPr>
            <a:spLocks noGrp="1"/>
          </p:cNvSpPr>
          <p:nvPr>
            <p:ph type="dt" sz="half" idx="10"/>
          </p:nvPr>
        </p:nvSpPr>
        <p:spPr/>
        <p:txBody>
          <a:bodyPr/>
          <a:lstStyle/>
          <a:p>
            <a:fld id="{D162FE45-CC1E-47DB-8B82-6CF0636FBDB8}" type="datetime1">
              <a:rPr lang="en-US" smtClean="0"/>
              <a:t>1/20/2025</a:t>
            </a:fld>
            <a:endParaRPr lang="en-US"/>
          </a:p>
        </p:txBody>
      </p:sp>
      <p:sp>
        <p:nvSpPr>
          <p:cNvPr id="6" name="Footer Placeholder 5">
            <a:extLst>
              <a:ext uri="{FF2B5EF4-FFF2-40B4-BE49-F238E27FC236}">
                <a16:creationId xmlns:a16="http://schemas.microsoft.com/office/drawing/2014/main" id="{ADD2F293-170E-410E-88BF-187A63C5E05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BED93A2-588D-43B5-B6FA-0B7892E6E138}"/>
              </a:ext>
            </a:extLst>
          </p:cNvPr>
          <p:cNvSpPr>
            <a:spLocks noGrp="1"/>
          </p:cNvSpPr>
          <p:nvPr>
            <p:ph type="sldNum" sz="quarter" idx="12"/>
          </p:nvPr>
        </p:nvSpPr>
        <p:spPr/>
        <p:txBody>
          <a:bodyPr/>
          <a:lstStyle/>
          <a:p>
            <a:fld id="{1F646F3F-274D-499B-ABBE-824EB4ABDC3D}" type="slidenum">
              <a:rPr lang="en-US" smtClean="0"/>
              <a:t>‹#›</a:t>
            </a:fld>
            <a:endParaRPr lang="en-US"/>
          </a:p>
        </p:txBody>
      </p:sp>
    </p:spTree>
    <p:extLst>
      <p:ext uri="{BB962C8B-B14F-4D97-AF65-F5344CB8AC3E}">
        <p14:creationId xmlns:p14="http://schemas.microsoft.com/office/powerpoint/2010/main" val="270633936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C68A33-CB96-4CB1-9941-753BD0824C9B}"/>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43EB269-70DF-4510-A313-336226558E5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01EA3CC-B2DC-4E87-826C-B885A7E62819}"/>
              </a:ext>
            </a:extLst>
          </p:cNvPr>
          <p:cNvSpPr>
            <a:spLocks noGrp="1"/>
          </p:cNvSpPr>
          <p:nvPr>
            <p:ph type="dt" sz="half" idx="10"/>
          </p:nvPr>
        </p:nvSpPr>
        <p:spPr/>
        <p:txBody>
          <a:bodyPr/>
          <a:lstStyle/>
          <a:p>
            <a:fld id="{836430B8-6059-41E5-A5DC-C07A76F5859A}" type="datetime1">
              <a:rPr lang="en-US" smtClean="0"/>
              <a:t>1/20/2025</a:t>
            </a:fld>
            <a:endParaRPr lang="en-US"/>
          </a:p>
        </p:txBody>
      </p:sp>
      <p:sp>
        <p:nvSpPr>
          <p:cNvPr id="5" name="Footer Placeholder 4">
            <a:extLst>
              <a:ext uri="{FF2B5EF4-FFF2-40B4-BE49-F238E27FC236}">
                <a16:creationId xmlns:a16="http://schemas.microsoft.com/office/drawing/2014/main" id="{7AF37F52-A7C4-4E21-A12A-02546D4775A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C66031F-5A79-48A7-8EDC-DDD9A9E4B9FC}"/>
              </a:ext>
            </a:extLst>
          </p:cNvPr>
          <p:cNvSpPr>
            <a:spLocks noGrp="1"/>
          </p:cNvSpPr>
          <p:nvPr>
            <p:ph type="sldNum" sz="quarter" idx="12"/>
          </p:nvPr>
        </p:nvSpPr>
        <p:spPr/>
        <p:txBody>
          <a:bodyPr/>
          <a:lstStyle/>
          <a:p>
            <a:fld id="{1F646F3F-274D-499B-ABBE-824EB4ABDC3D}" type="slidenum">
              <a:rPr lang="en-US" smtClean="0"/>
              <a:t>‹#›</a:t>
            </a:fld>
            <a:endParaRPr lang="en-US"/>
          </a:p>
        </p:txBody>
      </p:sp>
    </p:spTree>
    <p:extLst>
      <p:ext uri="{BB962C8B-B14F-4D97-AF65-F5344CB8AC3E}">
        <p14:creationId xmlns:p14="http://schemas.microsoft.com/office/powerpoint/2010/main" val="177185328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E9188483-96C4-4E9C-AA6A-E70005461AEE}"/>
              </a:ext>
            </a:extLst>
          </p:cNvPr>
          <p:cNvSpPr/>
          <p:nvPr/>
        </p:nvSpPr>
        <p:spPr>
          <a:xfrm>
            <a:off x="9144000" y="0"/>
            <a:ext cx="3048000" cy="685466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Vertical Title 1">
            <a:extLst>
              <a:ext uri="{FF2B5EF4-FFF2-40B4-BE49-F238E27FC236}">
                <a16:creationId xmlns:a16="http://schemas.microsoft.com/office/drawing/2014/main" id="{0E4FCD54-7F0B-446E-9998-93E7BD7CE74D}"/>
              </a:ext>
            </a:extLst>
          </p:cNvPr>
          <p:cNvSpPr>
            <a:spLocks noGrp="1"/>
          </p:cNvSpPr>
          <p:nvPr>
            <p:ph type="title" orient="vert"/>
          </p:nvPr>
        </p:nvSpPr>
        <p:spPr>
          <a:xfrm>
            <a:off x="9534222" y="365125"/>
            <a:ext cx="2238678" cy="5811838"/>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D0766238-BBF1-4672-BC09-746C6967E5DF}"/>
              </a:ext>
            </a:extLst>
          </p:cNvPr>
          <p:cNvSpPr>
            <a:spLocks noGrp="1"/>
          </p:cNvSpPr>
          <p:nvPr>
            <p:ph type="body" orient="vert" idx="1"/>
          </p:nvPr>
        </p:nvSpPr>
        <p:spPr>
          <a:xfrm>
            <a:off x="484552" y="365125"/>
            <a:ext cx="8374062"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6F8F32A5-B67B-45C1-B454-12E9FBE0C869}"/>
              </a:ext>
            </a:extLst>
          </p:cNvPr>
          <p:cNvSpPr>
            <a:spLocks noGrp="1"/>
          </p:cNvSpPr>
          <p:nvPr>
            <p:ph type="dt" sz="half" idx="10"/>
          </p:nvPr>
        </p:nvSpPr>
        <p:spPr/>
        <p:txBody>
          <a:bodyPr/>
          <a:lstStyle/>
          <a:p>
            <a:fld id="{A09D0CB7-D16E-4358-B7F4-EA4A24554592}" type="datetime1">
              <a:rPr lang="en-US" smtClean="0"/>
              <a:t>1/20/2025</a:t>
            </a:fld>
            <a:endParaRPr lang="en-US"/>
          </a:p>
        </p:txBody>
      </p:sp>
      <p:sp>
        <p:nvSpPr>
          <p:cNvPr id="5" name="Footer Placeholder 4">
            <a:extLst>
              <a:ext uri="{FF2B5EF4-FFF2-40B4-BE49-F238E27FC236}">
                <a16:creationId xmlns:a16="http://schemas.microsoft.com/office/drawing/2014/main" id="{48E91896-9441-4636-89D5-84E5932A1EDB}"/>
              </a:ext>
            </a:extLst>
          </p:cNvPr>
          <p:cNvSpPr>
            <a:spLocks noGrp="1"/>
          </p:cNvSpPr>
          <p:nvPr>
            <p:ph type="ftr" sz="quarter" idx="11"/>
          </p:nvPr>
        </p:nvSpPr>
        <p:spPr>
          <a:xfrm>
            <a:off x="3228110" y="6356350"/>
            <a:ext cx="4114800" cy="365125"/>
          </a:xfrm>
        </p:spPr>
        <p:txBody>
          <a:bodyPr/>
          <a:lstStyle/>
          <a:p>
            <a:endParaRPr lang="en-US" dirty="0"/>
          </a:p>
        </p:txBody>
      </p:sp>
      <p:sp>
        <p:nvSpPr>
          <p:cNvPr id="6" name="Slide Number Placeholder 5">
            <a:extLst>
              <a:ext uri="{FF2B5EF4-FFF2-40B4-BE49-F238E27FC236}">
                <a16:creationId xmlns:a16="http://schemas.microsoft.com/office/drawing/2014/main" id="{88937DFE-7F48-4EB0-83BC-A93F342D2618}"/>
              </a:ext>
            </a:extLst>
          </p:cNvPr>
          <p:cNvSpPr>
            <a:spLocks noGrp="1"/>
          </p:cNvSpPr>
          <p:nvPr>
            <p:ph type="sldNum" sz="quarter" idx="12"/>
          </p:nvPr>
        </p:nvSpPr>
        <p:spPr/>
        <p:txBody>
          <a:bodyPr/>
          <a:lstStyle>
            <a:lvl1pPr>
              <a:defRPr>
                <a:solidFill>
                  <a:schemeClr val="bg1">
                    <a:alpha val="80000"/>
                  </a:schemeClr>
                </a:solidFill>
              </a:defRPr>
            </a:lvl1pPr>
          </a:lstStyle>
          <a:p>
            <a:fld id="{1F646F3F-274D-499B-ABBE-824EB4ABDC3D}" type="slidenum">
              <a:rPr lang="en-US" smtClean="0"/>
              <a:pPr/>
              <a:t>‹#›</a:t>
            </a:fld>
            <a:endParaRPr lang="en-US" dirty="0"/>
          </a:p>
        </p:txBody>
      </p:sp>
    </p:spTree>
    <p:extLst>
      <p:ext uri="{BB962C8B-B14F-4D97-AF65-F5344CB8AC3E}">
        <p14:creationId xmlns:p14="http://schemas.microsoft.com/office/powerpoint/2010/main" val="210042061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29798E-90C4-48E6-B39B-37FF65347ABD}"/>
              </a:ext>
            </a:extLst>
          </p:cNvPr>
          <p:cNvSpPr>
            <a:spLocks noGrp="1"/>
          </p:cNvSpPr>
          <p:nvPr>
            <p:ph type="ctrTitle"/>
          </p:nvPr>
        </p:nvSpPr>
        <p:spPr>
          <a:xfrm>
            <a:off x="2197100" y="1079500"/>
            <a:ext cx="7797799" cy="2138400"/>
          </a:xfrm>
        </p:spPr>
        <p:txBody>
          <a:bodyPr anchor="b">
            <a:normAutofit/>
          </a:bodyPr>
          <a:lstStyle>
            <a:lvl1pPr algn="ctr">
              <a:defRPr sz="28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93D95C8C-0A7F-40D9-A690-3D5898EFFE81}"/>
              </a:ext>
            </a:extLst>
          </p:cNvPr>
          <p:cNvSpPr>
            <a:spLocks noGrp="1"/>
          </p:cNvSpPr>
          <p:nvPr>
            <p:ph type="subTitle" idx="1"/>
          </p:nvPr>
        </p:nvSpPr>
        <p:spPr>
          <a:xfrm>
            <a:off x="3308350" y="4113213"/>
            <a:ext cx="5575300" cy="1655762"/>
          </a:xfrm>
        </p:spPr>
        <p:txBody>
          <a:bodyPr/>
          <a:lstStyle>
            <a:lvl1pPr marL="0" indent="0" algn="ctr">
              <a:buNone/>
              <a:defRPr sz="2400" i="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3D1322F3-E47A-4D6E-96A8-AB5C73BA9906}"/>
              </a:ext>
            </a:extLst>
          </p:cNvPr>
          <p:cNvSpPr>
            <a:spLocks noGrp="1"/>
          </p:cNvSpPr>
          <p:nvPr>
            <p:ph type="dt" sz="half" idx="10"/>
          </p:nvPr>
        </p:nvSpPr>
        <p:spPr>
          <a:xfrm>
            <a:off x="541338" y="6401999"/>
            <a:ext cx="2206625" cy="369332"/>
          </a:xfrm>
          <a:prstGeom prst="rect">
            <a:avLst/>
          </a:prstGeom>
        </p:spPr>
        <p:txBody>
          <a:bodyPr/>
          <a:lstStyle/>
          <a:p>
            <a:fld id="{64F0E216-BA48-4F04-AC4F-645AA0DD6AC6}" type="datetimeFigureOut">
              <a:rPr lang="en-US" smtClean="0"/>
              <a:t>1/20/2025</a:t>
            </a:fld>
            <a:endParaRPr lang="en-US" dirty="0"/>
          </a:p>
        </p:txBody>
      </p:sp>
      <p:sp>
        <p:nvSpPr>
          <p:cNvPr id="5" name="Footer Placeholder 4">
            <a:extLst>
              <a:ext uri="{FF2B5EF4-FFF2-40B4-BE49-F238E27FC236}">
                <a16:creationId xmlns:a16="http://schemas.microsoft.com/office/drawing/2014/main" id="{737BF5CE-9E66-4FD5-949F-34E11607C6DF}"/>
              </a:ext>
            </a:extLst>
          </p:cNvPr>
          <p:cNvSpPr>
            <a:spLocks noGrp="1"/>
          </p:cNvSpPr>
          <p:nvPr>
            <p:ph type="ftr" sz="quarter" idx="11"/>
          </p:nvPr>
        </p:nvSpPr>
        <p:spPr>
          <a:xfrm>
            <a:off x="3308350" y="6401999"/>
            <a:ext cx="5575300" cy="369332"/>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4EEDAB7A-4032-416A-B04E-1F4878912E02}"/>
              </a:ext>
            </a:extLst>
          </p:cNvPr>
          <p:cNvSpPr>
            <a:spLocks noGrp="1"/>
          </p:cNvSpPr>
          <p:nvPr>
            <p:ph type="sldNum" sz="quarter" idx="12"/>
          </p:nvPr>
        </p:nvSpPr>
        <p:spPr>
          <a:xfrm>
            <a:off x="9442800" y="6401999"/>
            <a:ext cx="2208212" cy="369332"/>
          </a:xfrm>
          <a:prstGeom prst="rect">
            <a:avLst/>
          </a:prstGeom>
        </p:spPr>
        <p:txBody>
          <a:bodyPr/>
          <a:lstStyle/>
          <a:p>
            <a:fld id="{D39607A7-8386-47DB-8578-DDEDD194E5D4}" type="slidenum">
              <a:rPr lang="en-US" smtClean="0"/>
              <a:t>‹#›</a:t>
            </a:fld>
            <a:endParaRPr lang="en-US" dirty="0"/>
          </a:p>
        </p:txBody>
      </p:sp>
      <p:cxnSp>
        <p:nvCxnSpPr>
          <p:cNvPr id="7" name="Straight Connector 6">
            <a:extLst>
              <a:ext uri="{FF2B5EF4-FFF2-40B4-BE49-F238E27FC236}">
                <a16:creationId xmlns:a16="http://schemas.microsoft.com/office/drawing/2014/main" id="{701C0CAB-6A03-4C6A-9FAA-219847753628}"/>
              </a:ext>
            </a:extLst>
          </p:cNvPr>
          <p:cNvCxnSpPr>
            <a:cxnSpLocks/>
          </p:cNvCxnSpPr>
          <p:nvPr/>
        </p:nvCxnSpPr>
        <p:spPr>
          <a:xfrm>
            <a:off x="5826000" y="3690871"/>
            <a:ext cx="5400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0" name="Group 19">
            <a:extLst>
              <a:ext uri="{FF2B5EF4-FFF2-40B4-BE49-F238E27FC236}">
                <a16:creationId xmlns:a16="http://schemas.microsoft.com/office/drawing/2014/main" id="{F982E0B2-AA9C-441C-A08E-A9DF9CF12116}"/>
              </a:ext>
            </a:extLst>
          </p:cNvPr>
          <p:cNvGrpSpPr/>
          <p:nvPr/>
        </p:nvGrpSpPr>
        <p:grpSpPr>
          <a:xfrm>
            <a:off x="9728046" y="4869342"/>
            <a:ext cx="1623711" cy="630920"/>
            <a:chOff x="9588346" y="4824892"/>
            <a:chExt cx="1623711" cy="630920"/>
          </a:xfrm>
        </p:grpSpPr>
        <p:sp>
          <p:nvSpPr>
            <p:cNvPr id="16" name="Freeform: Shape 15">
              <a:extLst>
                <a:ext uri="{FF2B5EF4-FFF2-40B4-BE49-F238E27FC236}">
                  <a16:creationId xmlns:a16="http://schemas.microsoft.com/office/drawing/2014/main" id="{A4A2E074-C10D-4C57-AB72-B631E4D77102}"/>
                </a:ext>
              </a:extLst>
            </p:cNvPr>
            <p:cNvSpPr/>
            <p:nvPr/>
          </p:nvSpPr>
          <p:spPr>
            <a:xfrm rot="2700000" flipH="1">
              <a:off x="10267789" y="4452443"/>
              <a:ext cx="571820" cy="1316717"/>
            </a:xfrm>
            <a:custGeom>
              <a:avLst/>
              <a:gdLst>
                <a:gd name="connsiteX0" fmla="*/ 282417 w 571820"/>
                <a:gd name="connsiteY0" fmla="*/ 0 h 1316717"/>
                <a:gd name="connsiteX1" fmla="*/ 285910 w 571820"/>
                <a:gd name="connsiteY1" fmla="*/ 3175 h 1316717"/>
                <a:gd name="connsiteX2" fmla="*/ 287393 w 571820"/>
                <a:gd name="connsiteY2" fmla="*/ 1827 h 1316717"/>
                <a:gd name="connsiteX3" fmla="*/ 289403 w 571820"/>
                <a:gd name="connsiteY3" fmla="*/ 0 h 1316717"/>
                <a:gd name="connsiteX4" fmla="*/ 289403 w 571820"/>
                <a:gd name="connsiteY4" fmla="*/ 6349 h 1316717"/>
                <a:gd name="connsiteX5" fmla="*/ 309203 w 571820"/>
                <a:gd name="connsiteY5" fmla="*/ 24345 h 1316717"/>
                <a:gd name="connsiteX6" fmla="*/ 571820 w 571820"/>
                <a:gd name="connsiteY6" fmla="*/ 658359 h 1316717"/>
                <a:gd name="connsiteX7" fmla="*/ 309203 w 571820"/>
                <a:gd name="connsiteY7" fmla="*/ 1292372 h 1316717"/>
                <a:gd name="connsiteX8" fmla="*/ 289403 w 571820"/>
                <a:gd name="connsiteY8" fmla="*/ 1310368 h 1316717"/>
                <a:gd name="connsiteX9" fmla="*/ 289403 w 571820"/>
                <a:gd name="connsiteY9" fmla="*/ 1316717 h 1316717"/>
                <a:gd name="connsiteX10" fmla="*/ 287393 w 571820"/>
                <a:gd name="connsiteY10" fmla="*/ 1314890 h 1316717"/>
                <a:gd name="connsiteX11" fmla="*/ 285910 w 571820"/>
                <a:gd name="connsiteY11" fmla="*/ 1313542 h 1316717"/>
                <a:gd name="connsiteX12" fmla="*/ 282417 w 571820"/>
                <a:gd name="connsiteY12" fmla="*/ 1316717 h 1316717"/>
                <a:gd name="connsiteX13" fmla="*/ 282417 w 571820"/>
                <a:gd name="connsiteY13" fmla="*/ 1310367 h 1316717"/>
                <a:gd name="connsiteX14" fmla="*/ 262617 w 571820"/>
                <a:gd name="connsiteY14" fmla="*/ 1292372 h 1316717"/>
                <a:gd name="connsiteX15" fmla="*/ 0 w 571820"/>
                <a:gd name="connsiteY15" fmla="*/ 658358 h 1316717"/>
                <a:gd name="connsiteX16" fmla="*/ 262617 w 571820"/>
                <a:gd name="connsiteY16" fmla="*/ 24345 h 1316717"/>
                <a:gd name="connsiteX17" fmla="*/ 282417 w 571820"/>
                <a:gd name="connsiteY17" fmla="*/ 6349 h 13167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71820" h="1316717">
                  <a:moveTo>
                    <a:pt x="282417" y="0"/>
                  </a:moveTo>
                  <a:lnTo>
                    <a:pt x="285910" y="3175"/>
                  </a:lnTo>
                  <a:lnTo>
                    <a:pt x="287393" y="1827"/>
                  </a:lnTo>
                  <a:lnTo>
                    <a:pt x="289403" y="0"/>
                  </a:lnTo>
                  <a:lnTo>
                    <a:pt x="289403" y="6349"/>
                  </a:lnTo>
                  <a:lnTo>
                    <a:pt x="309203" y="24345"/>
                  </a:lnTo>
                  <a:cubicBezTo>
                    <a:pt x="471461" y="186603"/>
                    <a:pt x="571820" y="410761"/>
                    <a:pt x="571820" y="658359"/>
                  </a:cubicBezTo>
                  <a:cubicBezTo>
                    <a:pt x="571820" y="905956"/>
                    <a:pt x="471461" y="1130114"/>
                    <a:pt x="309203" y="1292372"/>
                  </a:cubicBezTo>
                  <a:lnTo>
                    <a:pt x="289403" y="1310368"/>
                  </a:lnTo>
                  <a:lnTo>
                    <a:pt x="289403" y="1316717"/>
                  </a:lnTo>
                  <a:lnTo>
                    <a:pt x="287393" y="1314890"/>
                  </a:lnTo>
                  <a:lnTo>
                    <a:pt x="285910" y="1313542"/>
                  </a:lnTo>
                  <a:lnTo>
                    <a:pt x="282417" y="1316717"/>
                  </a:lnTo>
                  <a:lnTo>
                    <a:pt x="282417" y="1310367"/>
                  </a:lnTo>
                  <a:lnTo>
                    <a:pt x="262617" y="1292372"/>
                  </a:lnTo>
                  <a:cubicBezTo>
                    <a:pt x="100359" y="1130113"/>
                    <a:pt x="0" y="905956"/>
                    <a:pt x="0" y="658358"/>
                  </a:cubicBezTo>
                  <a:cubicBezTo>
                    <a:pt x="0" y="410761"/>
                    <a:pt x="100359" y="186603"/>
                    <a:pt x="262617" y="24345"/>
                  </a:cubicBezTo>
                  <a:lnTo>
                    <a:pt x="282417" y="6349"/>
                  </a:lnTo>
                  <a:close/>
                </a:path>
              </a:pathLst>
            </a:custGeom>
            <a:solidFill>
              <a:schemeClr val="accent4">
                <a:alpha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7" name="Group 16">
              <a:extLst>
                <a:ext uri="{FF2B5EF4-FFF2-40B4-BE49-F238E27FC236}">
                  <a16:creationId xmlns:a16="http://schemas.microsoft.com/office/drawing/2014/main" id="{0B037EB3-1772-4BA8-A95A-E5DBDFEA32B0}"/>
                </a:ext>
              </a:extLst>
            </p:cNvPr>
            <p:cNvGrpSpPr/>
            <p:nvPr/>
          </p:nvGrpSpPr>
          <p:grpSpPr>
            <a:xfrm rot="2700000" flipH="1">
              <a:off x="10112436" y="4359902"/>
              <a:ext cx="571820" cy="1620000"/>
              <a:chOff x="8482785" y="4330454"/>
              <a:chExt cx="571820" cy="1620000"/>
            </a:xfrm>
          </p:grpSpPr>
          <p:sp>
            <p:nvSpPr>
              <p:cNvPr id="18" name="Freeform: Shape 17">
                <a:extLst>
                  <a:ext uri="{FF2B5EF4-FFF2-40B4-BE49-F238E27FC236}">
                    <a16:creationId xmlns:a16="http://schemas.microsoft.com/office/drawing/2014/main" id="{A1F47AC1-63D0-47F3-9728-1A0A0543494B}"/>
                  </a:ext>
                </a:extLst>
              </p:cNvPr>
              <p:cNvSpPr/>
              <p:nvPr/>
            </p:nvSpPr>
            <p:spPr>
              <a:xfrm>
                <a:off x="8482785" y="4333632"/>
                <a:ext cx="571820" cy="1311956"/>
              </a:xfrm>
              <a:custGeom>
                <a:avLst/>
                <a:gdLst>
                  <a:gd name="connsiteX0" fmla="*/ 282417 w 571820"/>
                  <a:gd name="connsiteY0" fmla="*/ 0 h 1316717"/>
                  <a:gd name="connsiteX1" fmla="*/ 285910 w 571820"/>
                  <a:gd name="connsiteY1" fmla="*/ 3175 h 1316717"/>
                  <a:gd name="connsiteX2" fmla="*/ 287393 w 571820"/>
                  <a:gd name="connsiteY2" fmla="*/ 1827 h 1316717"/>
                  <a:gd name="connsiteX3" fmla="*/ 289403 w 571820"/>
                  <a:gd name="connsiteY3" fmla="*/ 0 h 1316717"/>
                  <a:gd name="connsiteX4" fmla="*/ 289403 w 571820"/>
                  <a:gd name="connsiteY4" fmla="*/ 6349 h 1316717"/>
                  <a:gd name="connsiteX5" fmla="*/ 309203 w 571820"/>
                  <a:gd name="connsiteY5" fmla="*/ 24345 h 1316717"/>
                  <a:gd name="connsiteX6" fmla="*/ 571820 w 571820"/>
                  <a:gd name="connsiteY6" fmla="*/ 658359 h 1316717"/>
                  <a:gd name="connsiteX7" fmla="*/ 309203 w 571820"/>
                  <a:gd name="connsiteY7" fmla="*/ 1292372 h 1316717"/>
                  <a:gd name="connsiteX8" fmla="*/ 289403 w 571820"/>
                  <a:gd name="connsiteY8" fmla="*/ 1310368 h 1316717"/>
                  <a:gd name="connsiteX9" fmla="*/ 289403 w 571820"/>
                  <a:gd name="connsiteY9" fmla="*/ 1316717 h 1316717"/>
                  <a:gd name="connsiteX10" fmla="*/ 287393 w 571820"/>
                  <a:gd name="connsiteY10" fmla="*/ 1314890 h 1316717"/>
                  <a:gd name="connsiteX11" fmla="*/ 285910 w 571820"/>
                  <a:gd name="connsiteY11" fmla="*/ 1313542 h 1316717"/>
                  <a:gd name="connsiteX12" fmla="*/ 282417 w 571820"/>
                  <a:gd name="connsiteY12" fmla="*/ 1316717 h 1316717"/>
                  <a:gd name="connsiteX13" fmla="*/ 282417 w 571820"/>
                  <a:gd name="connsiteY13" fmla="*/ 1310367 h 1316717"/>
                  <a:gd name="connsiteX14" fmla="*/ 262617 w 571820"/>
                  <a:gd name="connsiteY14" fmla="*/ 1292372 h 1316717"/>
                  <a:gd name="connsiteX15" fmla="*/ 0 w 571820"/>
                  <a:gd name="connsiteY15" fmla="*/ 658358 h 1316717"/>
                  <a:gd name="connsiteX16" fmla="*/ 262617 w 571820"/>
                  <a:gd name="connsiteY16" fmla="*/ 24345 h 1316717"/>
                  <a:gd name="connsiteX17" fmla="*/ 282417 w 571820"/>
                  <a:gd name="connsiteY17" fmla="*/ 6349 h 1316717"/>
                  <a:gd name="connsiteX0" fmla="*/ 282417 w 571820"/>
                  <a:gd name="connsiteY0" fmla="*/ 6349 h 1316717"/>
                  <a:gd name="connsiteX1" fmla="*/ 285910 w 571820"/>
                  <a:gd name="connsiteY1" fmla="*/ 3175 h 1316717"/>
                  <a:gd name="connsiteX2" fmla="*/ 287393 w 571820"/>
                  <a:gd name="connsiteY2" fmla="*/ 1827 h 1316717"/>
                  <a:gd name="connsiteX3" fmla="*/ 289403 w 571820"/>
                  <a:gd name="connsiteY3" fmla="*/ 0 h 1316717"/>
                  <a:gd name="connsiteX4" fmla="*/ 289403 w 571820"/>
                  <a:gd name="connsiteY4" fmla="*/ 6349 h 1316717"/>
                  <a:gd name="connsiteX5" fmla="*/ 309203 w 571820"/>
                  <a:gd name="connsiteY5" fmla="*/ 24345 h 1316717"/>
                  <a:gd name="connsiteX6" fmla="*/ 571820 w 571820"/>
                  <a:gd name="connsiteY6" fmla="*/ 658359 h 1316717"/>
                  <a:gd name="connsiteX7" fmla="*/ 309203 w 571820"/>
                  <a:gd name="connsiteY7" fmla="*/ 1292372 h 1316717"/>
                  <a:gd name="connsiteX8" fmla="*/ 289403 w 571820"/>
                  <a:gd name="connsiteY8" fmla="*/ 1310368 h 1316717"/>
                  <a:gd name="connsiteX9" fmla="*/ 289403 w 571820"/>
                  <a:gd name="connsiteY9" fmla="*/ 1316717 h 1316717"/>
                  <a:gd name="connsiteX10" fmla="*/ 287393 w 571820"/>
                  <a:gd name="connsiteY10" fmla="*/ 1314890 h 1316717"/>
                  <a:gd name="connsiteX11" fmla="*/ 285910 w 571820"/>
                  <a:gd name="connsiteY11" fmla="*/ 1313542 h 1316717"/>
                  <a:gd name="connsiteX12" fmla="*/ 282417 w 571820"/>
                  <a:gd name="connsiteY12" fmla="*/ 1316717 h 1316717"/>
                  <a:gd name="connsiteX13" fmla="*/ 282417 w 571820"/>
                  <a:gd name="connsiteY13" fmla="*/ 1310367 h 1316717"/>
                  <a:gd name="connsiteX14" fmla="*/ 262617 w 571820"/>
                  <a:gd name="connsiteY14" fmla="*/ 1292372 h 1316717"/>
                  <a:gd name="connsiteX15" fmla="*/ 0 w 571820"/>
                  <a:gd name="connsiteY15" fmla="*/ 658358 h 1316717"/>
                  <a:gd name="connsiteX16" fmla="*/ 262617 w 571820"/>
                  <a:gd name="connsiteY16" fmla="*/ 24345 h 1316717"/>
                  <a:gd name="connsiteX17" fmla="*/ 282417 w 571820"/>
                  <a:gd name="connsiteY17" fmla="*/ 6349 h 1316717"/>
                  <a:gd name="connsiteX0" fmla="*/ 262617 w 571820"/>
                  <a:gd name="connsiteY0" fmla="*/ 24345 h 1316717"/>
                  <a:gd name="connsiteX1" fmla="*/ 285910 w 571820"/>
                  <a:gd name="connsiteY1" fmla="*/ 3175 h 1316717"/>
                  <a:gd name="connsiteX2" fmla="*/ 287393 w 571820"/>
                  <a:gd name="connsiteY2" fmla="*/ 1827 h 1316717"/>
                  <a:gd name="connsiteX3" fmla="*/ 289403 w 571820"/>
                  <a:gd name="connsiteY3" fmla="*/ 0 h 1316717"/>
                  <a:gd name="connsiteX4" fmla="*/ 289403 w 571820"/>
                  <a:gd name="connsiteY4" fmla="*/ 6349 h 1316717"/>
                  <a:gd name="connsiteX5" fmla="*/ 309203 w 571820"/>
                  <a:gd name="connsiteY5" fmla="*/ 24345 h 1316717"/>
                  <a:gd name="connsiteX6" fmla="*/ 571820 w 571820"/>
                  <a:gd name="connsiteY6" fmla="*/ 658359 h 1316717"/>
                  <a:gd name="connsiteX7" fmla="*/ 309203 w 571820"/>
                  <a:gd name="connsiteY7" fmla="*/ 1292372 h 1316717"/>
                  <a:gd name="connsiteX8" fmla="*/ 289403 w 571820"/>
                  <a:gd name="connsiteY8" fmla="*/ 1310368 h 1316717"/>
                  <a:gd name="connsiteX9" fmla="*/ 289403 w 571820"/>
                  <a:gd name="connsiteY9" fmla="*/ 1316717 h 1316717"/>
                  <a:gd name="connsiteX10" fmla="*/ 287393 w 571820"/>
                  <a:gd name="connsiteY10" fmla="*/ 1314890 h 1316717"/>
                  <a:gd name="connsiteX11" fmla="*/ 285910 w 571820"/>
                  <a:gd name="connsiteY11" fmla="*/ 1313542 h 1316717"/>
                  <a:gd name="connsiteX12" fmla="*/ 282417 w 571820"/>
                  <a:gd name="connsiteY12" fmla="*/ 1316717 h 1316717"/>
                  <a:gd name="connsiteX13" fmla="*/ 282417 w 571820"/>
                  <a:gd name="connsiteY13" fmla="*/ 1310367 h 1316717"/>
                  <a:gd name="connsiteX14" fmla="*/ 262617 w 571820"/>
                  <a:gd name="connsiteY14" fmla="*/ 1292372 h 1316717"/>
                  <a:gd name="connsiteX15" fmla="*/ 0 w 571820"/>
                  <a:gd name="connsiteY15" fmla="*/ 658358 h 1316717"/>
                  <a:gd name="connsiteX16" fmla="*/ 262617 w 571820"/>
                  <a:gd name="connsiteY16" fmla="*/ 24345 h 1316717"/>
                  <a:gd name="connsiteX0" fmla="*/ 262617 w 571820"/>
                  <a:gd name="connsiteY0" fmla="*/ 24345 h 1316717"/>
                  <a:gd name="connsiteX1" fmla="*/ 285910 w 571820"/>
                  <a:gd name="connsiteY1" fmla="*/ 3175 h 1316717"/>
                  <a:gd name="connsiteX2" fmla="*/ 287393 w 571820"/>
                  <a:gd name="connsiteY2" fmla="*/ 1827 h 1316717"/>
                  <a:gd name="connsiteX3" fmla="*/ 289403 w 571820"/>
                  <a:gd name="connsiteY3" fmla="*/ 0 h 1316717"/>
                  <a:gd name="connsiteX4" fmla="*/ 309203 w 571820"/>
                  <a:gd name="connsiteY4" fmla="*/ 24345 h 1316717"/>
                  <a:gd name="connsiteX5" fmla="*/ 571820 w 571820"/>
                  <a:gd name="connsiteY5" fmla="*/ 658359 h 1316717"/>
                  <a:gd name="connsiteX6" fmla="*/ 309203 w 571820"/>
                  <a:gd name="connsiteY6" fmla="*/ 1292372 h 1316717"/>
                  <a:gd name="connsiteX7" fmla="*/ 289403 w 571820"/>
                  <a:gd name="connsiteY7" fmla="*/ 1310368 h 1316717"/>
                  <a:gd name="connsiteX8" fmla="*/ 289403 w 571820"/>
                  <a:gd name="connsiteY8" fmla="*/ 1316717 h 1316717"/>
                  <a:gd name="connsiteX9" fmla="*/ 287393 w 571820"/>
                  <a:gd name="connsiteY9" fmla="*/ 1314890 h 1316717"/>
                  <a:gd name="connsiteX10" fmla="*/ 285910 w 571820"/>
                  <a:gd name="connsiteY10" fmla="*/ 1313542 h 1316717"/>
                  <a:gd name="connsiteX11" fmla="*/ 282417 w 571820"/>
                  <a:gd name="connsiteY11" fmla="*/ 1316717 h 1316717"/>
                  <a:gd name="connsiteX12" fmla="*/ 282417 w 571820"/>
                  <a:gd name="connsiteY12" fmla="*/ 1310367 h 1316717"/>
                  <a:gd name="connsiteX13" fmla="*/ 262617 w 571820"/>
                  <a:gd name="connsiteY13" fmla="*/ 1292372 h 1316717"/>
                  <a:gd name="connsiteX14" fmla="*/ 0 w 571820"/>
                  <a:gd name="connsiteY14" fmla="*/ 658358 h 1316717"/>
                  <a:gd name="connsiteX15" fmla="*/ 262617 w 571820"/>
                  <a:gd name="connsiteY15" fmla="*/ 24345 h 1316717"/>
                  <a:gd name="connsiteX0" fmla="*/ 262617 w 571820"/>
                  <a:gd name="connsiteY0" fmla="*/ 22518 h 1314890"/>
                  <a:gd name="connsiteX1" fmla="*/ 285910 w 571820"/>
                  <a:gd name="connsiteY1" fmla="*/ 1348 h 1314890"/>
                  <a:gd name="connsiteX2" fmla="*/ 287393 w 571820"/>
                  <a:gd name="connsiteY2" fmla="*/ 0 h 1314890"/>
                  <a:gd name="connsiteX3" fmla="*/ 309203 w 571820"/>
                  <a:gd name="connsiteY3" fmla="*/ 22518 h 1314890"/>
                  <a:gd name="connsiteX4" fmla="*/ 571820 w 571820"/>
                  <a:gd name="connsiteY4" fmla="*/ 656532 h 1314890"/>
                  <a:gd name="connsiteX5" fmla="*/ 309203 w 571820"/>
                  <a:gd name="connsiteY5" fmla="*/ 1290545 h 1314890"/>
                  <a:gd name="connsiteX6" fmla="*/ 289403 w 571820"/>
                  <a:gd name="connsiteY6" fmla="*/ 1308541 h 1314890"/>
                  <a:gd name="connsiteX7" fmla="*/ 289403 w 571820"/>
                  <a:gd name="connsiteY7" fmla="*/ 1314890 h 1314890"/>
                  <a:gd name="connsiteX8" fmla="*/ 287393 w 571820"/>
                  <a:gd name="connsiteY8" fmla="*/ 1313063 h 1314890"/>
                  <a:gd name="connsiteX9" fmla="*/ 285910 w 571820"/>
                  <a:gd name="connsiteY9" fmla="*/ 1311715 h 1314890"/>
                  <a:gd name="connsiteX10" fmla="*/ 282417 w 571820"/>
                  <a:gd name="connsiteY10" fmla="*/ 1314890 h 1314890"/>
                  <a:gd name="connsiteX11" fmla="*/ 282417 w 571820"/>
                  <a:gd name="connsiteY11" fmla="*/ 1308540 h 1314890"/>
                  <a:gd name="connsiteX12" fmla="*/ 262617 w 571820"/>
                  <a:gd name="connsiteY12" fmla="*/ 1290545 h 1314890"/>
                  <a:gd name="connsiteX13" fmla="*/ 0 w 571820"/>
                  <a:gd name="connsiteY13" fmla="*/ 656531 h 1314890"/>
                  <a:gd name="connsiteX14" fmla="*/ 262617 w 571820"/>
                  <a:gd name="connsiteY14" fmla="*/ 22518 h 1314890"/>
                  <a:gd name="connsiteX0" fmla="*/ 262617 w 571820"/>
                  <a:gd name="connsiteY0" fmla="*/ 21170 h 1313542"/>
                  <a:gd name="connsiteX1" fmla="*/ 285910 w 571820"/>
                  <a:gd name="connsiteY1" fmla="*/ 0 h 1313542"/>
                  <a:gd name="connsiteX2" fmla="*/ 309203 w 571820"/>
                  <a:gd name="connsiteY2" fmla="*/ 21170 h 1313542"/>
                  <a:gd name="connsiteX3" fmla="*/ 571820 w 571820"/>
                  <a:gd name="connsiteY3" fmla="*/ 655184 h 1313542"/>
                  <a:gd name="connsiteX4" fmla="*/ 309203 w 571820"/>
                  <a:gd name="connsiteY4" fmla="*/ 1289197 h 1313542"/>
                  <a:gd name="connsiteX5" fmla="*/ 289403 w 571820"/>
                  <a:gd name="connsiteY5" fmla="*/ 1307193 h 1313542"/>
                  <a:gd name="connsiteX6" fmla="*/ 289403 w 571820"/>
                  <a:gd name="connsiteY6" fmla="*/ 1313542 h 1313542"/>
                  <a:gd name="connsiteX7" fmla="*/ 287393 w 571820"/>
                  <a:gd name="connsiteY7" fmla="*/ 1311715 h 1313542"/>
                  <a:gd name="connsiteX8" fmla="*/ 285910 w 571820"/>
                  <a:gd name="connsiteY8" fmla="*/ 1310367 h 1313542"/>
                  <a:gd name="connsiteX9" fmla="*/ 282417 w 571820"/>
                  <a:gd name="connsiteY9" fmla="*/ 1313542 h 1313542"/>
                  <a:gd name="connsiteX10" fmla="*/ 282417 w 571820"/>
                  <a:gd name="connsiteY10" fmla="*/ 1307192 h 1313542"/>
                  <a:gd name="connsiteX11" fmla="*/ 262617 w 571820"/>
                  <a:gd name="connsiteY11" fmla="*/ 1289197 h 1313542"/>
                  <a:gd name="connsiteX12" fmla="*/ 0 w 571820"/>
                  <a:gd name="connsiteY12" fmla="*/ 655183 h 1313542"/>
                  <a:gd name="connsiteX13" fmla="*/ 262617 w 571820"/>
                  <a:gd name="connsiteY13" fmla="*/ 21170 h 1313542"/>
                  <a:gd name="connsiteX0" fmla="*/ 262617 w 571820"/>
                  <a:gd name="connsiteY0" fmla="*/ 21170 h 1313542"/>
                  <a:gd name="connsiteX1" fmla="*/ 285910 w 571820"/>
                  <a:gd name="connsiteY1" fmla="*/ 0 h 1313542"/>
                  <a:gd name="connsiteX2" fmla="*/ 309203 w 571820"/>
                  <a:gd name="connsiteY2" fmla="*/ 21170 h 1313542"/>
                  <a:gd name="connsiteX3" fmla="*/ 571820 w 571820"/>
                  <a:gd name="connsiteY3" fmla="*/ 655184 h 1313542"/>
                  <a:gd name="connsiteX4" fmla="*/ 309203 w 571820"/>
                  <a:gd name="connsiteY4" fmla="*/ 1289197 h 1313542"/>
                  <a:gd name="connsiteX5" fmla="*/ 289403 w 571820"/>
                  <a:gd name="connsiteY5" fmla="*/ 1307193 h 1313542"/>
                  <a:gd name="connsiteX6" fmla="*/ 289403 w 571820"/>
                  <a:gd name="connsiteY6" fmla="*/ 1313542 h 1313542"/>
                  <a:gd name="connsiteX7" fmla="*/ 287393 w 571820"/>
                  <a:gd name="connsiteY7" fmla="*/ 1311715 h 1313542"/>
                  <a:gd name="connsiteX8" fmla="*/ 285910 w 571820"/>
                  <a:gd name="connsiteY8" fmla="*/ 1310367 h 1313542"/>
                  <a:gd name="connsiteX9" fmla="*/ 282417 w 571820"/>
                  <a:gd name="connsiteY9" fmla="*/ 1313542 h 1313542"/>
                  <a:gd name="connsiteX10" fmla="*/ 262617 w 571820"/>
                  <a:gd name="connsiteY10" fmla="*/ 1289197 h 1313542"/>
                  <a:gd name="connsiteX11" fmla="*/ 0 w 571820"/>
                  <a:gd name="connsiteY11" fmla="*/ 655183 h 1313542"/>
                  <a:gd name="connsiteX12" fmla="*/ 262617 w 571820"/>
                  <a:gd name="connsiteY12" fmla="*/ 21170 h 1313542"/>
                  <a:gd name="connsiteX0" fmla="*/ 262617 w 571820"/>
                  <a:gd name="connsiteY0" fmla="*/ 21170 h 1313542"/>
                  <a:gd name="connsiteX1" fmla="*/ 285910 w 571820"/>
                  <a:gd name="connsiteY1" fmla="*/ 0 h 1313542"/>
                  <a:gd name="connsiteX2" fmla="*/ 309203 w 571820"/>
                  <a:gd name="connsiteY2" fmla="*/ 21170 h 1313542"/>
                  <a:gd name="connsiteX3" fmla="*/ 571820 w 571820"/>
                  <a:gd name="connsiteY3" fmla="*/ 655184 h 1313542"/>
                  <a:gd name="connsiteX4" fmla="*/ 309203 w 571820"/>
                  <a:gd name="connsiteY4" fmla="*/ 1289197 h 1313542"/>
                  <a:gd name="connsiteX5" fmla="*/ 289403 w 571820"/>
                  <a:gd name="connsiteY5" fmla="*/ 1307193 h 1313542"/>
                  <a:gd name="connsiteX6" fmla="*/ 289403 w 571820"/>
                  <a:gd name="connsiteY6" fmla="*/ 1313542 h 1313542"/>
                  <a:gd name="connsiteX7" fmla="*/ 287393 w 571820"/>
                  <a:gd name="connsiteY7" fmla="*/ 1311715 h 1313542"/>
                  <a:gd name="connsiteX8" fmla="*/ 285910 w 571820"/>
                  <a:gd name="connsiteY8" fmla="*/ 1310367 h 1313542"/>
                  <a:gd name="connsiteX9" fmla="*/ 262617 w 571820"/>
                  <a:gd name="connsiteY9" fmla="*/ 1289197 h 1313542"/>
                  <a:gd name="connsiteX10" fmla="*/ 0 w 571820"/>
                  <a:gd name="connsiteY10" fmla="*/ 655183 h 1313542"/>
                  <a:gd name="connsiteX11" fmla="*/ 262617 w 571820"/>
                  <a:gd name="connsiteY11" fmla="*/ 21170 h 1313542"/>
                  <a:gd name="connsiteX0" fmla="*/ 262617 w 571820"/>
                  <a:gd name="connsiteY0" fmla="*/ 21170 h 1313542"/>
                  <a:gd name="connsiteX1" fmla="*/ 285910 w 571820"/>
                  <a:gd name="connsiteY1" fmla="*/ 0 h 1313542"/>
                  <a:gd name="connsiteX2" fmla="*/ 309203 w 571820"/>
                  <a:gd name="connsiteY2" fmla="*/ 21170 h 1313542"/>
                  <a:gd name="connsiteX3" fmla="*/ 571820 w 571820"/>
                  <a:gd name="connsiteY3" fmla="*/ 655184 h 1313542"/>
                  <a:gd name="connsiteX4" fmla="*/ 309203 w 571820"/>
                  <a:gd name="connsiteY4" fmla="*/ 1289197 h 1313542"/>
                  <a:gd name="connsiteX5" fmla="*/ 289403 w 571820"/>
                  <a:gd name="connsiteY5" fmla="*/ 1307193 h 1313542"/>
                  <a:gd name="connsiteX6" fmla="*/ 289403 w 571820"/>
                  <a:gd name="connsiteY6" fmla="*/ 1313542 h 1313542"/>
                  <a:gd name="connsiteX7" fmla="*/ 287393 w 571820"/>
                  <a:gd name="connsiteY7" fmla="*/ 1311715 h 1313542"/>
                  <a:gd name="connsiteX8" fmla="*/ 262617 w 571820"/>
                  <a:gd name="connsiteY8" fmla="*/ 1289197 h 1313542"/>
                  <a:gd name="connsiteX9" fmla="*/ 0 w 571820"/>
                  <a:gd name="connsiteY9" fmla="*/ 655183 h 1313542"/>
                  <a:gd name="connsiteX10" fmla="*/ 262617 w 571820"/>
                  <a:gd name="connsiteY10" fmla="*/ 21170 h 1313542"/>
                  <a:gd name="connsiteX0" fmla="*/ 262617 w 571820"/>
                  <a:gd name="connsiteY0" fmla="*/ 21170 h 1313542"/>
                  <a:gd name="connsiteX1" fmla="*/ 285910 w 571820"/>
                  <a:gd name="connsiteY1" fmla="*/ 0 h 1313542"/>
                  <a:gd name="connsiteX2" fmla="*/ 309203 w 571820"/>
                  <a:gd name="connsiteY2" fmla="*/ 21170 h 1313542"/>
                  <a:gd name="connsiteX3" fmla="*/ 571820 w 571820"/>
                  <a:gd name="connsiteY3" fmla="*/ 655184 h 1313542"/>
                  <a:gd name="connsiteX4" fmla="*/ 309203 w 571820"/>
                  <a:gd name="connsiteY4" fmla="*/ 1289197 h 1313542"/>
                  <a:gd name="connsiteX5" fmla="*/ 289403 w 571820"/>
                  <a:gd name="connsiteY5" fmla="*/ 1307193 h 1313542"/>
                  <a:gd name="connsiteX6" fmla="*/ 289403 w 571820"/>
                  <a:gd name="connsiteY6" fmla="*/ 1313542 h 1313542"/>
                  <a:gd name="connsiteX7" fmla="*/ 262617 w 571820"/>
                  <a:gd name="connsiteY7" fmla="*/ 1289197 h 1313542"/>
                  <a:gd name="connsiteX8" fmla="*/ 0 w 571820"/>
                  <a:gd name="connsiteY8" fmla="*/ 655183 h 1313542"/>
                  <a:gd name="connsiteX9" fmla="*/ 262617 w 571820"/>
                  <a:gd name="connsiteY9" fmla="*/ 21170 h 1313542"/>
                  <a:gd name="connsiteX0" fmla="*/ 262617 w 571820"/>
                  <a:gd name="connsiteY0" fmla="*/ 21170 h 1364739"/>
                  <a:gd name="connsiteX1" fmla="*/ 285910 w 571820"/>
                  <a:gd name="connsiteY1" fmla="*/ 0 h 1364739"/>
                  <a:gd name="connsiteX2" fmla="*/ 309203 w 571820"/>
                  <a:gd name="connsiteY2" fmla="*/ 21170 h 1364739"/>
                  <a:gd name="connsiteX3" fmla="*/ 571820 w 571820"/>
                  <a:gd name="connsiteY3" fmla="*/ 655184 h 1364739"/>
                  <a:gd name="connsiteX4" fmla="*/ 309203 w 571820"/>
                  <a:gd name="connsiteY4" fmla="*/ 1289197 h 1364739"/>
                  <a:gd name="connsiteX5" fmla="*/ 289403 w 571820"/>
                  <a:gd name="connsiteY5" fmla="*/ 1307193 h 1364739"/>
                  <a:gd name="connsiteX6" fmla="*/ 177485 w 571820"/>
                  <a:gd name="connsiteY6" fmla="*/ 1364739 h 1364739"/>
                  <a:gd name="connsiteX7" fmla="*/ 262617 w 571820"/>
                  <a:gd name="connsiteY7" fmla="*/ 1289197 h 1364739"/>
                  <a:gd name="connsiteX8" fmla="*/ 0 w 571820"/>
                  <a:gd name="connsiteY8" fmla="*/ 655183 h 1364739"/>
                  <a:gd name="connsiteX9" fmla="*/ 262617 w 571820"/>
                  <a:gd name="connsiteY9" fmla="*/ 21170 h 1364739"/>
                  <a:gd name="connsiteX0" fmla="*/ 262617 w 571820"/>
                  <a:gd name="connsiteY0" fmla="*/ 21170 h 1364739"/>
                  <a:gd name="connsiteX1" fmla="*/ 285910 w 571820"/>
                  <a:gd name="connsiteY1" fmla="*/ 0 h 1364739"/>
                  <a:gd name="connsiteX2" fmla="*/ 309203 w 571820"/>
                  <a:gd name="connsiteY2" fmla="*/ 21170 h 1364739"/>
                  <a:gd name="connsiteX3" fmla="*/ 571820 w 571820"/>
                  <a:gd name="connsiteY3" fmla="*/ 655184 h 1364739"/>
                  <a:gd name="connsiteX4" fmla="*/ 309203 w 571820"/>
                  <a:gd name="connsiteY4" fmla="*/ 1289197 h 1364739"/>
                  <a:gd name="connsiteX5" fmla="*/ 285832 w 571820"/>
                  <a:gd name="connsiteY5" fmla="*/ 1311956 h 1364739"/>
                  <a:gd name="connsiteX6" fmla="*/ 177485 w 571820"/>
                  <a:gd name="connsiteY6" fmla="*/ 1364739 h 1364739"/>
                  <a:gd name="connsiteX7" fmla="*/ 262617 w 571820"/>
                  <a:gd name="connsiteY7" fmla="*/ 1289197 h 1364739"/>
                  <a:gd name="connsiteX8" fmla="*/ 0 w 571820"/>
                  <a:gd name="connsiteY8" fmla="*/ 655183 h 1364739"/>
                  <a:gd name="connsiteX9" fmla="*/ 262617 w 571820"/>
                  <a:gd name="connsiteY9" fmla="*/ 21170 h 1364739"/>
                  <a:gd name="connsiteX0" fmla="*/ 262617 w 571820"/>
                  <a:gd name="connsiteY0" fmla="*/ 21170 h 1311956"/>
                  <a:gd name="connsiteX1" fmla="*/ 285910 w 571820"/>
                  <a:gd name="connsiteY1" fmla="*/ 0 h 1311956"/>
                  <a:gd name="connsiteX2" fmla="*/ 309203 w 571820"/>
                  <a:gd name="connsiteY2" fmla="*/ 21170 h 1311956"/>
                  <a:gd name="connsiteX3" fmla="*/ 571820 w 571820"/>
                  <a:gd name="connsiteY3" fmla="*/ 655184 h 1311956"/>
                  <a:gd name="connsiteX4" fmla="*/ 309203 w 571820"/>
                  <a:gd name="connsiteY4" fmla="*/ 1289197 h 1311956"/>
                  <a:gd name="connsiteX5" fmla="*/ 285832 w 571820"/>
                  <a:gd name="connsiteY5" fmla="*/ 1311956 h 1311956"/>
                  <a:gd name="connsiteX6" fmla="*/ 262617 w 571820"/>
                  <a:gd name="connsiteY6" fmla="*/ 1289197 h 1311956"/>
                  <a:gd name="connsiteX7" fmla="*/ 0 w 571820"/>
                  <a:gd name="connsiteY7" fmla="*/ 655183 h 1311956"/>
                  <a:gd name="connsiteX8" fmla="*/ 262617 w 571820"/>
                  <a:gd name="connsiteY8" fmla="*/ 21170 h 13119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71820" h="1311956">
                    <a:moveTo>
                      <a:pt x="262617" y="21170"/>
                    </a:moveTo>
                    <a:lnTo>
                      <a:pt x="285910" y="0"/>
                    </a:lnTo>
                    <a:lnTo>
                      <a:pt x="309203" y="21170"/>
                    </a:lnTo>
                    <a:cubicBezTo>
                      <a:pt x="471461" y="183428"/>
                      <a:pt x="571820" y="407586"/>
                      <a:pt x="571820" y="655184"/>
                    </a:cubicBezTo>
                    <a:cubicBezTo>
                      <a:pt x="571820" y="902781"/>
                      <a:pt x="471461" y="1126939"/>
                      <a:pt x="309203" y="1289197"/>
                    </a:cubicBezTo>
                    <a:lnTo>
                      <a:pt x="285832" y="1311956"/>
                    </a:lnTo>
                    <a:lnTo>
                      <a:pt x="262617" y="1289197"/>
                    </a:lnTo>
                    <a:cubicBezTo>
                      <a:pt x="100359" y="1126938"/>
                      <a:pt x="0" y="902781"/>
                      <a:pt x="0" y="655183"/>
                    </a:cubicBezTo>
                    <a:cubicBezTo>
                      <a:pt x="0" y="407586"/>
                      <a:pt x="100359" y="183428"/>
                      <a:pt x="262617" y="21170"/>
                    </a:cubicBezTo>
                    <a:close/>
                  </a:path>
                </a:pathLst>
              </a:cu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cxnSp>
            <p:nvCxnSpPr>
              <p:cNvPr id="19" name="Straight Connector 18">
                <a:extLst>
                  <a:ext uri="{FF2B5EF4-FFF2-40B4-BE49-F238E27FC236}">
                    <a16:creationId xmlns:a16="http://schemas.microsoft.com/office/drawing/2014/main" id="{803A57D6-0C36-4560-A08A-16768551EF6F}"/>
                  </a:ext>
                </a:extLst>
              </p:cNvPr>
              <p:cNvCxnSpPr>
                <a:cxnSpLocks/>
              </p:cNvCxnSpPr>
              <p:nvPr/>
            </p:nvCxnSpPr>
            <p:spPr>
              <a:xfrm>
                <a:off x="8768695" y="4330454"/>
                <a:ext cx="0" cy="1620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252495989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EA217A-A229-4751-8D09-0CAD914F6286}"/>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1A9DEA33-60C3-4B28-B3EF-E93D6D46A30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F7D3B28-C66B-4279-AB67-2BC1D01239A4}"/>
              </a:ext>
            </a:extLst>
          </p:cNvPr>
          <p:cNvSpPr>
            <a:spLocks noGrp="1"/>
          </p:cNvSpPr>
          <p:nvPr>
            <p:ph type="dt" sz="half" idx="10"/>
          </p:nvPr>
        </p:nvSpPr>
        <p:spPr>
          <a:xfrm>
            <a:off x="541338" y="6401999"/>
            <a:ext cx="2206625" cy="369332"/>
          </a:xfrm>
          <a:prstGeom prst="rect">
            <a:avLst/>
          </a:prstGeom>
        </p:spPr>
        <p:txBody>
          <a:bodyPr/>
          <a:lstStyle/>
          <a:p>
            <a:fld id="{64F0E216-BA48-4F04-AC4F-645AA0DD6AC6}" type="datetimeFigureOut">
              <a:rPr lang="en-US" smtClean="0"/>
              <a:t>1/20/2025</a:t>
            </a:fld>
            <a:endParaRPr lang="en-US"/>
          </a:p>
        </p:txBody>
      </p:sp>
      <p:sp>
        <p:nvSpPr>
          <p:cNvPr id="5" name="Footer Placeholder 4">
            <a:extLst>
              <a:ext uri="{FF2B5EF4-FFF2-40B4-BE49-F238E27FC236}">
                <a16:creationId xmlns:a16="http://schemas.microsoft.com/office/drawing/2014/main" id="{8928FF39-A0DA-4F77-9297-B83C86B575D9}"/>
              </a:ext>
            </a:extLst>
          </p:cNvPr>
          <p:cNvSpPr>
            <a:spLocks noGrp="1"/>
          </p:cNvSpPr>
          <p:nvPr>
            <p:ph type="ftr" sz="quarter" idx="11"/>
          </p:nvPr>
        </p:nvSpPr>
        <p:spPr>
          <a:xfrm>
            <a:off x="3308350" y="6401999"/>
            <a:ext cx="5575300" cy="369332"/>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69D7D65A-9D4E-42F6-A8BF-1EEAFB180710}"/>
              </a:ext>
            </a:extLst>
          </p:cNvPr>
          <p:cNvSpPr>
            <a:spLocks noGrp="1"/>
          </p:cNvSpPr>
          <p:nvPr>
            <p:ph type="sldNum" sz="quarter" idx="12"/>
          </p:nvPr>
        </p:nvSpPr>
        <p:spPr>
          <a:xfrm>
            <a:off x="9442800" y="6401999"/>
            <a:ext cx="2208212" cy="369332"/>
          </a:xfrm>
          <a:prstGeom prst="rect">
            <a:avLst/>
          </a:prstGeom>
        </p:spPr>
        <p:txBody>
          <a:bodyPr/>
          <a:lstStyle/>
          <a:p>
            <a:fld id="{D39607A7-8386-47DB-8578-DDEDD194E5D4}" type="slidenum">
              <a:rPr lang="en-US" smtClean="0"/>
              <a:t>‹#›</a:t>
            </a:fld>
            <a:endParaRPr lang="en-US"/>
          </a:p>
        </p:txBody>
      </p:sp>
    </p:spTree>
    <p:extLst>
      <p:ext uri="{BB962C8B-B14F-4D97-AF65-F5344CB8AC3E}">
        <p14:creationId xmlns:p14="http://schemas.microsoft.com/office/powerpoint/2010/main" val="151342766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3017BB-B242-4CC6-887C-83E08CE2D54A}"/>
              </a:ext>
            </a:extLst>
          </p:cNvPr>
          <p:cNvSpPr>
            <a:spLocks noGrp="1"/>
          </p:cNvSpPr>
          <p:nvPr>
            <p:ph type="title"/>
          </p:nvPr>
        </p:nvSpPr>
        <p:spPr>
          <a:xfrm>
            <a:off x="1079500" y="2252663"/>
            <a:ext cx="4457700" cy="2349500"/>
          </a:xfrm>
        </p:spPr>
        <p:txBody>
          <a:bodyPr anchor="ctr" anchorCtr="0">
            <a:normAutofit/>
          </a:bodyPr>
          <a:lstStyle>
            <a:lvl1pPr algn="ctr">
              <a:defRPr sz="28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26695823-EA83-493F-8FEC-C72B5B9CF2FD}"/>
              </a:ext>
            </a:extLst>
          </p:cNvPr>
          <p:cNvSpPr>
            <a:spLocks noGrp="1"/>
          </p:cNvSpPr>
          <p:nvPr>
            <p:ph type="body" idx="1"/>
          </p:nvPr>
        </p:nvSpPr>
        <p:spPr>
          <a:xfrm>
            <a:off x="6654800" y="2252664"/>
            <a:ext cx="4451348" cy="2349500"/>
          </a:xfrm>
        </p:spPr>
        <p:txBody>
          <a:bodyPr anchor="ctr" anchorCtr="0"/>
          <a:lstStyle>
            <a:lvl1pPr marL="0" indent="0">
              <a:buNone/>
              <a:defRPr sz="2400" i="1">
                <a:solidFill>
                  <a:schemeClr val="tx1">
                    <a:alpha val="70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1E08E54-36BB-4AB4-BE1F-5FA8207BEAF8}"/>
              </a:ext>
            </a:extLst>
          </p:cNvPr>
          <p:cNvSpPr>
            <a:spLocks noGrp="1"/>
          </p:cNvSpPr>
          <p:nvPr>
            <p:ph type="dt" sz="half" idx="10"/>
          </p:nvPr>
        </p:nvSpPr>
        <p:spPr>
          <a:xfrm>
            <a:off x="541338" y="6401999"/>
            <a:ext cx="2206625" cy="369332"/>
          </a:xfrm>
          <a:prstGeom prst="rect">
            <a:avLst/>
          </a:prstGeom>
        </p:spPr>
        <p:txBody>
          <a:bodyPr/>
          <a:lstStyle/>
          <a:p>
            <a:fld id="{64F0E216-BA48-4F04-AC4F-645AA0DD6AC6}" type="datetimeFigureOut">
              <a:rPr lang="en-US" smtClean="0"/>
              <a:t>1/20/2025</a:t>
            </a:fld>
            <a:endParaRPr lang="en-US"/>
          </a:p>
        </p:txBody>
      </p:sp>
      <p:sp>
        <p:nvSpPr>
          <p:cNvPr id="5" name="Footer Placeholder 4">
            <a:extLst>
              <a:ext uri="{FF2B5EF4-FFF2-40B4-BE49-F238E27FC236}">
                <a16:creationId xmlns:a16="http://schemas.microsoft.com/office/drawing/2014/main" id="{C0453A6A-C55A-40A1-A3BB-DB417047F547}"/>
              </a:ext>
            </a:extLst>
          </p:cNvPr>
          <p:cNvSpPr>
            <a:spLocks noGrp="1"/>
          </p:cNvSpPr>
          <p:nvPr>
            <p:ph type="ftr" sz="quarter" idx="11"/>
          </p:nvPr>
        </p:nvSpPr>
        <p:spPr>
          <a:xfrm>
            <a:off x="3308350" y="6401999"/>
            <a:ext cx="5575300" cy="369332"/>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96D6E656-7AC0-4BD3-AFE5-4B5122E2F2D8}"/>
              </a:ext>
            </a:extLst>
          </p:cNvPr>
          <p:cNvSpPr>
            <a:spLocks noGrp="1"/>
          </p:cNvSpPr>
          <p:nvPr>
            <p:ph type="sldNum" sz="quarter" idx="12"/>
          </p:nvPr>
        </p:nvSpPr>
        <p:spPr>
          <a:xfrm>
            <a:off x="9442800" y="6401999"/>
            <a:ext cx="2208212" cy="369332"/>
          </a:xfrm>
          <a:prstGeom prst="rect">
            <a:avLst/>
          </a:prstGeom>
        </p:spPr>
        <p:txBody>
          <a:bodyPr/>
          <a:lstStyle/>
          <a:p>
            <a:fld id="{D39607A7-8386-47DB-8578-DDEDD194E5D4}" type="slidenum">
              <a:rPr lang="en-US" smtClean="0"/>
              <a:t>‹#›</a:t>
            </a:fld>
            <a:endParaRPr lang="en-US"/>
          </a:p>
        </p:txBody>
      </p:sp>
      <p:grpSp>
        <p:nvGrpSpPr>
          <p:cNvPr id="20" name="Group 19">
            <a:extLst>
              <a:ext uri="{FF2B5EF4-FFF2-40B4-BE49-F238E27FC236}">
                <a16:creationId xmlns:a16="http://schemas.microsoft.com/office/drawing/2014/main" id="{E9ABE19D-0B51-4388-93D1-0CD6B767115D}"/>
              </a:ext>
            </a:extLst>
          </p:cNvPr>
          <p:cNvGrpSpPr/>
          <p:nvPr/>
        </p:nvGrpSpPr>
        <p:grpSpPr>
          <a:xfrm>
            <a:off x="999771" y="932104"/>
            <a:ext cx="913428" cy="1032464"/>
            <a:chOff x="999771" y="932104"/>
            <a:chExt cx="913428" cy="1032464"/>
          </a:xfrm>
        </p:grpSpPr>
        <p:grpSp>
          <p:nvGrpSpPr>
            <p:cNvPr id="21" name="Group 20">
              <a:extLst>
                <a:ext uri="{FF2B5EF4-FFF2-40B4-BE49-F238E27FC236}">
                  <a16:creationId xmlns:a16="http://schemas.microsoft.com/office/drawing/2014/main" id="{46226ED6-7133-4222-9552-0EA4B1B3C9FB}"/>
                </a:ext>
              </a:extLst>
            </p:cNvPr>
            <p:cNvGrpSpPr/>
            <p:nvPr/>
          </p:nvGrpSpPr>
          <p:grpSpPr>
            <a:xfrm rot="8100000" flipV="1">
              <a:off x="1047457" y="1290386"/>
              <a:ext cx="865742" cy="628383"/>
              <a:chOff x="558167" y="958515"/>
              <a:chExt cx="865742" cy="628383"/>
            </a:xfrm>
            <a:solidFill>
              <a:schemeClr val="accent3"/>
            </a:solidFill>
          </p:grpSpPr>
          <p:sp>
            <p:nvSpPr>
              <p:cNvPr id="28" name="Freeform: Shape 27">
                <a:extLst>
                  <a:ext uri="{FF2B5EF4-FFF2-40B4-BE49-F238E27FC236}">
                    <a16:creationId xmlns:a16="http://schemas.microsoft.com/office/drawing/2014/main" id="{BE810E40-D42F-4034-93BA-54446465D20B}"/>
                  </a:ext>
                </a:extLst>
              </p:cNvPr>
              <p:cNvSpPr/>
              <p:nvPr/>
            </p:nvSpPr>
            <p:spPr>
              <a:xfrm rot="8100000" flipH="1">
                <a:off x="558167" y="1122160"/>
                <a:ext cx="464738" cy="464738"/>
              </a:xfrm>
              <a:custGeom>
                <a:avLst/>
                <a:gdLst>
                  <a:gd name="connsiteX0" fmla="*/ 446142 w 464738"/>
                  <a:gd name="connsiteY0" fmla="*/ 464738 h 464738"/>
                  <a:gd name="connsiteX1" fmla="*/ 130673 w 464738"/>
                  <a:gd name="connsiteY1" fmla="*/ 334066 h 464738"/>
                  <a:gd name="connsiteX2" fmla="*/ 0 w 464738"/>
                  <a:gd name="connsiteY2" fmla="*/ 18596 h 464738"/>
                  <a:gd name="connsiteX3" fmla="*/ 836 w 464738"/>
                  <a:gd name="connsiteY3" fmla="*/ 1089 h 464738"/>
                  <a:gd name="connsiteX4" fmla="*/ 606 w 464738"/>
                  <a:gd name="connsiteY4" fmla="*/ 859 h 464738"/>
                  <a:gd name="connsiteX5" fmla="*/ 848 w 464738"/>
                  <a:gd name="connsiteY5" fmla="*/ 848 h 464738"/>
                  <a:gd name="connsiteX6" fmla="*/ 859 w 464738"/>
                  <a:gd name="connsiteY6" fmla="*/ 606 h 464738"/>
                  <a:gd name="connsiteX7" fmla="*/ 1089 w 464738"/>
                  <a:gd name="connsiteY7" fmla="*/ 836 h 464738"/>
                  <a:gd name="connsiteX8" fmla="*/ 18596 w 464738"/>
                  <a:gd name="connsiteY8" fmla="*/ 0 h 464738"/>
                  <a:gd name="connsiteX9" fmla="*/ 334066 w 464738"/>
                  <a:gd name="connsiteY9" fmla="*/ 130672 h 464738"/>
                  <a:gd name="connsiteX10" fmla="*/ 464738 w 464738"/>
                  <a:gd name="connsiteY10" fmla="*/ 446142 h 464738"/>
                  <a:gd name="connsiteX11" fmla="*/ 463902 w 464738"/>
                  <a:gd name="connsiteY11" fmla="*/ 463650 h 464738"/>
                  <a:gd name="connsiteX12" fmla="*/ 464132 w 464738"/>
                  <a:gd name="connsiteY12" fmla="*/ 463880 h 464738"/>
                  <a:gd name="connsiteX13" fmla="*/ 463891 w 464738"/>
                  <a:gd name="connsiteY13" fmla="*/ 463892 h 464738"/>
                  <a:gd name="connsiteX14" fmla="*/ 463879 w 464738"/>
                  <a:gd name="connsiteY14" fmla="*/ 464132 h 464738"/>
                  <a:gd name="connsiteX15" fmla="*/ 463650 w 464738"/>
                  <a:gd name="connsiteY15" fmla="*/ 463903 h 4647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64738" h="464738">
                    <a:moveTo>
                      <a:pt x="446142" y="464738"/>
                    </a:moveTo>
                    <a:cubicBezTo>
                      <a:pt x="331965" y="464738"/>
                      <a:pt x="217787" y="421181"/>
                      <a:pt x="130673" y="334066"/>
                    </a:cubicBezTo>
                    <a:cubicBezTo>
                      <a:pt x="43558" y="246952"/>
                      <a:pt x="1" y="132774"/>
                      <a:pt x="0" y="18596"/>
                    </a:cubicBezTo>
                    <a:lnTo>
                      <a:pt x="836" y="1089"/>
                    </a:lnTo>
                    <a:lnTo>
                      <a:pt x="606" y="859"/>
                    </a:lnTo>
                    <a:lnTo>
                      <a:pt x="848" y="848"/>
                    </a:lnTo>
                    <a:lnTo>
                      <a:pt x="859" y="606"/>
                    </a:lnTo>
                    <a:lnTo>
                      <a:pt x="1089" y="836"/>
                    </a:lnTo>
                    <a:lnTo>
                      <a:pt x="18596" y="0"/>
                    </a:lnTo>
                    <a:cubicBezTo>
                      <a:pt x="132774" y="0"/>
                      <a:pt x="246951" y="43557"/>
                      <a:pt x="334066" y="130672"/>
                    </a:cubicBezTo>
                    <a:cubicBezTo>
                      <a:pt x="421181" y="217787"/>
                      <a:pt x="464738" y="331964"/>
                      <a:pt x="464738" y="446142"/>
                    </a:cubicBezTo>
                    <a:lnTo>
                      <a:pt x="463902" y="463650"/>
                    </a:lnTo>
                    <a:lnTo>
                      <a:pt x="464132" y="463880"/>
                    </a:lnTo>
                    <a:lnTo>
                      <a:pt x="463891" y="463892"/>
                    </a:lnTo>
                    <a:lnTo>
                      <a:pt x="463879" y="464132"/>
                    </a:lnTo>
                    <a:lnTo>
                      <a:pt x="463650" y="463903"/>
                    </a:lnTo>
                    <a:close/>
                  </a:path>
                </a:pathLst>
              </a:custGeom>
              <a:solidFill>
                <a:schemeClr val="accent4">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29" name="Freeform: Shape 28">
                <a:extLst>
                  <a:ext uri="{FF2B5EF4-FFF2-40B4-BE49-F238E27FC236}">
                    <a16:creationId xmlns:a16="http://schemas.microsoft.com/office/drawing/2014/main" id="{60F6BFC2-CA89-42B8-8A5A-E9F26BA87FBB}"/>
                  </a:ext>
                </a:extLst>
              </p:cNvPr>
              <p:cNvSpPr/>
              <p:nvPr/>
            </p:nvSpPr>
            <p:spPr>
              <a:xfrm rot="5400000" flipH="1">
                <a:off x="959170" y="958515"/>
                <a:ext cx="464739" cy="464739"/>
              </a:xfrm>
              <a:custGeom>
                <a:avLst/>
                <a:gdLst>
                  <a:gd name="connsiteX0" fmla="*/ 464132 w 464739"/>
                  <a:gd name="connsiteY0" fmla="*/ 463881 h 464739"/>
                  <a:gd name="connsiteX1" fmla="*/ 463891 w 464739"/>
                  <a:gd name="connsiteY1" fmla="*/ 463892 h 464739"/>
                  <a:gd name="connsiteX2" fmla="*/ 463880 w 464739"/>
                  <a:gd name="connsiteY2" fmla="*/ 464132 h 464739"/>
                  <a:gd name="connsiteX3" fmla="*/ 463651 w 464739"/>
                  <a:gd name="connsiteY3" fmla="*/ 463904 h 464739"/>
                  <a:gd name="connsiteX4" fmla="*/ 446142 w 464739"/>
                  <a:gd name="connsiteY4" fmla="*/ 464739 h 464739"/>
                  <a:gd name="connsiteX5" fmla="*/ 130673 w 464739"/>
                  <a:gd name="connsiteY5" fmla="*/ 334067 h 464739"/>
                  <a:gd name="connsiteX6" fmla="*/ 0 w 464739"/>
                  <a:gd name="connsiteY6" fmla="*/ 18597 h 464739"/>
                  <a:gd name="connsiteX7" fmla="*/ 836 w 464739"/>
                  <a:gd name="connsiteY7" fmla="*/ 1089 h 464739"/>
                  <a:gd name="connsiteX8" fmla="*/ 607 w 464739"/>
                  <a:gd name="connsiteY8" fmla="*/ 859 h 464739"/>
                  <a:gd name="connsiteX9" fmla="*/ 848 w 464739"/>
                  <a:gd name="connsiteY9" fmla="*/ 848 h 464739"/>
                  <a:gd name="connsiteX10" fmla="*/ 859 w 464739"/>
                  <a:gd name="connsiteY10" fmla="*/ 607 h 464739"/>
                  <a:gd name="connsiteX11" fmla="*/ 1089 w 464739"/>
                  <a:gd name="connsiteY11" fmla="*/ 836 h 464739"/>
                  <a:gd name="connsiteX12" fmla="*/ 18597 w 464739"/>
                  <a:gd name="connsiteY12" fmla="*/ 0 h 464739"/>
                  <a:gd name="connsiteX13" fmla="*/ 334067 w 464739"/>
                  <a:gd name="connsiteY13" fmla="*/ 130672 h 464739"/>
                  <a:gd name="connsiteX14" fmla="*/ 464739 w 464739"/>
                  <a:gd name="connsiteY14" fmla="*/ 446142 h 464739"/>
                  <a:gd name="connsiteX15" fmla="*/ 463903 w 464739"/>
                  <a:gd name="connsiteY15" fmla="*/ 463652 h 4647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64739" h="464739">
                    <a:moveTo>
                      <a:pt x="464132" y="463881"/>
                    </a:moveTo>
                    <a:lnTo>
                      <a:pt x="463891" y="463892"/>
                    </a:lnTo>
                    <a:lnTo>
                      <a:pt x="463880" y="464132"/>
                    </a:lnTo>
                    <a:lnTo>
                      <a:pt x="463651" y="463904"/>
                    </a:lnTo>
                    <a:lnTo>
                      <a:pt x="446142" y="464739"/>
                    </a:lnTo>
                    <a:cubicBezTo>
                      <a:pt x="331965" y="464739"/>
                      <a:pt x="217787" y="421182"/>
                      <a:pt x="130673" y="334067"/>
                    </a:cubicBezTo>
                    <a:cubicBezTo>
                      <a:pt x="43558" y="246953"/>
                      <a:pt x="1" y="132775"/>
                      <a:pt x="0" y="18597"/>
                    </a:cubicBezTo>
                    <a:lnTo>
                      <a:pt x="836" y="1089"/>
                    </a:lnTo>
                    <a:lnTo>
                      <a:pt x="607" y="859"/>
                    </a:lnTo>
                    <a:lnTo>
                      <a:pt x="848" y="848"/>
                    </a:lnTo>
                    <a:lnTo>
                      <a:pt x="859" y="607"/>
                    </a:lnTo>
                    <a:lnTo>
                      <a:pt x="1089" y="836"/>
                    </a:lnTo>
                    <a:lnTo>
                      <a:pt x="18597" y="0"/>
                    </a:lnTo>
                    <a:cubicBezTo>
                      <a:pt x="132775" y="0"/>
                      <a:pt x="246952" y="43557"/>
                      <a:pt x="334067" y="130672"/>
                    </a:cubicBezTo>
                    <a:cubicBezTo>
                      <a:pt x="421182" y="217787"/>
                      <a:pt x="464739" y="331964"/>
                      <a:pt x="464739" y="446142"/>
                    </a:cubicBezTo>
                    <a:lnTo>
                      <a:pt x="463903" y="463652"/>
                    </a:lnTo>
                    <a:close/>
                  </a:path>
                </a:pathLst>
              </a:custGeom>
              <a:solidFill>
                <a:schemeClr val="accent4">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grpSp>
        <p:grpSp>
          <p:nvGrpSpPr>
            <p:cNvPr id="22" name="Group 21">
              <a:extLst>
                <a:ext uri="{FF2B5EF4-FFF2-40B4-BE49-F238E27FC236}">
                  <a16:creationId xmlns:a16="http://schemas.microsoft.com/office/drawing/2014/main" id="{1CA36485-DC1D-48C9-91B2-425DBC66D471}"/>
                </a:ext>
              </a:extLst>
            </p:cNvPr>
            <p:cNvGrpSpPr/>
            <p:nvPr/>
          </p:nvGrpSpPr>
          <p:grpSpPr>
            <a:xfrm rot="10800000" flipH="1" flipV="1">
              <a:off x="999771" y="932104"/>
              <a:ext cx="864005" cy="1032464"/>
              <a:chOff x="2207971" y="2384401"/>
              <a:chExt cx="864005" cy="1032464"/>
            </a:xfrm>
          </p:grpSpPr>
          <p:sp>
            <p:nvSpPr>
              <p:cNvPr id="23" name="Freeform: Shape 22">
                <a:extLst>
                  <a:ext uri="{FF2B5EF4-FFF2-40B4-BE49-F238E27FC236}">
                    <a16:creationId xmlns:a16="http://schemas.microsoft.com/office/drawing/2014/main" id="{0ACF276E-196C-4923-B7D1-48A8E6A1669C}"/>
                  </a:ext>
                </a:extLst>
              </p:cNvPr>
              <p:cNvSpPr/>
              <p:nvPr/>
            </p:nvSpPr>
            <p:spPr>
              <a:xfrm rot="13500000">
                <a:off x="2207971" y="2856305"/>
                <a:ext cx="464739" cy="464739"/>
              </a:xfrm>
              <a:custGeom>
                <a:avLst/>
                <a:gdLst>
                  <a:gd name="connsiteX0" fmla="*/ 464132 w 464739"/>
                  <a:gd name="connsiteY0" fmla="*/ 463881 h 464739"/>
                  <a:gd name="connsiteX1" fmla="*/ 463891 w 464739"/>
                  <a:gd name="connsiteY1" fmla="*/ 463892 h 464739"/>
                  <a:gd name="connsiteX2" fmla="*/ 463880 w 464739"/>
                  <a:gd name="connsiteY2" fmla="*/ 464132 h 464739"/>
                  <a:gd name="connsiteX3" fmla="*/ 463651 w 464739"/>
                  <a:gd name="connsiteY3" fmla="*/ 463904 h 464739"/>
                  <a:gd name="connsiteX4" fmla="*/ 446142 w 464739"/>
                  <a:gd name="connsiteY4" fmla="*/ 464739 h 464739"/>
                  <a:gd name="connsiteX5" fmla="*/ 130673 w 464739"/>
                  <a:gd name="connsiteY5" fmla="*/ 334067 h 464739"/>
                  <a:gd name="connsiteX6" fmla="*/ 0 w 464739"/>
                  <a:gd name="connsiteY6" fmla="*/ 18597 h 464739"/>
                  <a:gd name="connsiteX7" fmla="*/ 836 w 464739"/>
                  <a:gd name="connsiteY7" fmla="*/ 1089 h 464739"/>
                  <a:gd name="connsiteX8" fmla="*/ 607 w 464739"/>
                  <a:gd name="connsiteY8" fmla="*/ 859 h 464739"/>
                  <a:gd name="connsiteX9" fmla="*/ 848 w 464739"/>
                  <a:gd name="connsiteY9" fmla="*/ 848 h 464739"/>
                  <a:gd name="connsiteX10" fmla="*/ 859 w 464739"/>
                  <a:gd name="connsiteY10" fmla="*/ 607 h 464739"/>
                  <a:gd name="connsiteX11" fmla="*/ 1089 w 464739"/>
                  <a:gd name="connsiteY11" fmla="*/ 836 h 464739"/>
                  <a:gd name="connsiteX12" fmla="*/ 18597 w 464739"/>
                  <a:gd name="connsiteY12" fmla="*/ 0 h 464739"/>
                  <a:gd name="connsiteX13" fmla="*/ 334067 w 464739"/>
                  <a:gd name="connsiteY13" fmla="*/ 130672 h 464739"/>
                  <a:gd name="connsiteX14" fmla="*/ 464739 w 464739"/>
                  <a:gd name="connsiteY14" fmla="*/ 446142 h 464739"/>
                  <a:gd name="connsiteX15" fmla="*/ 463903 w 464739"/>
                  <a:gd name="connsiteY15" fmla="*/ 463652 h 4647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64739" h="464739">
                    <a:moveTo>
                      <a:pt x="464132" y="463881"/>
                    </a:moveTo>
                    <a:lnTo>
                      <a:pt x="463891" y="463892"/>
                    </a:lnTo>
                    <a:lnTo>
                      <a:pt x="463880" y="464132"/>
                    </a:lnTo>
                    <a:lnTo>
                      <a:pt x="463651" y="463904"/>
                    </a:lnTo>
                    <a:lnTo>
                      <a:pt x="446142" y="464739"/>
                    </a:lnTo>
                    <a:cubicBezTo>
                      <a:pt x="331965" y="464739"/>
                      <a:pt x="217787" y="421182"/>
                      <a:pt x="130673" y="334067"/>
                    </a:cubicBezTo>
                    <a:cubicBezTo>
                      <a:pt x="43558" y="246953"/>
                      <a:pt x="1" y="132775"/>
                      <a:pt x="0" y="18597"/>
                    </a:cubicBezTo>
                    <a:lnTo>
                      <a:pt x="836" y="1089"/>
                    </a:lnTo>
                    <a:lnTo>
                      <a:pt x="607" y="859"/>
                    </a:lnTo>
                    <a:lnTo>
                      <a:pt x="848" y="848"/>
                    </a:lnTo>
                    <a:lnTo>
                      <a:pt x="859" y="607"/>
                    </a:lnTo>
                    <a:lnTo>
                      <a:pt x="1089" y="836"/>
                    </a:lnTo>
                    <a:lnTo>
                      <a:pt x="18597" y="0"/>
                    </a:lnTo>
                    <a:cubicBezTo>
                      <a:pt x="132775" y="0"/>
                      <a:pt x="246952" y="43557"/>
                      <a:pt x="334067" y="130672"/>
                    </a:cubicBezTo>
                    <a:cubicBezTo>
                      <a:pt x="421182" y="217787"/>
                      <a:pt x="464739" y="331964"/>
                      <a:pt x="464739" y="446142"/>
                    </a:cubicBezTo>
                    <a:lnTo>
                      <a:pt x="463903" y="463652"/>
                    </a:lnTo>
                    <a:close/>
                  </a:path>
                </a:pathLst>
              </a:cu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24" name="Freeform: Shape 23">
                <a:extLst>
                  <a:ext uri="{FF2B5EF4-FFF2-40B4-BE49-F238E27FC236}">
                    <a16:creationId xmlns:a16="http://schemas.microsoft.com/office/drawing/2014/main" id="{FFE3686C-DFF6-4995-81B8-FA38F5BB0401}"/>
                  </a:ext>
                </a:extLst>
              </p:cNvPr>
              <p:cNvSpPr/>
              <p:nvPr/>
            </p:nvSpPr>
            <p:spPr>
              <a:xfrm rot="10800000">
                <a:off x="2607238" y="2688467"/>
                <a:ext cx="464738" cy="464738"/>
              </a:xfrm>
              <a:custGeom>
                <a:avLst/>
                <a:gdLst>
                  <a:gd name="connsiteX0" fmla="*/ 446142 w 464738"/>
                  <a:gd name="connsiteY0" fmla="*/ 464738 h 464738"/>
                  <a:gd name="connsiteX1" fmla="*/ 130673 w 464738"/>
                  <a:gd name="connsiteY1" fmla="*/ 334066 h 464738"/>
                  <a:gd name="connsiteX2" fmla="*/ 0 w 464738"/>
                  <a:gd name="connsiteY2" fmla="*/ 18596 h 464738"/>
                  <a:gd name="connsiteX3" fmla="*/ 836 w 464738"/>
                  <a:gd name="connsiteY3" fmla="*/ 1089 h 464738"/>
                  <a:gd name="connsiteX4" fmla="*/ 606 w 464738"/>
                  <a:gd name="connsiteY4" fmla="*/ 859 h 464738"/>
                  <a:gd name="connsiteX5" fmla="*/ 848 w 464738"/>
                  <a:gd name="connsiteY5" fmla="*/ 848 h 464738"/>
                  <a:gd name="connsiteX6" fmla="*/ 859 w 464738"/>
                  <a:gd name="connsiteY6" fmla="*/ 606 h 464738"/>
                  <a:gd name="connsiteX7" fmla="*/ 1089 w 464738"/>
                  <a:gd name="connsiteY7" fmla="*/ 836 h 464738"/>
                  <a:gd name="connsiteX8" fmla="*/ 18596 w 464738"/>
                  <a:gd name="connsiteY8" fmla="*/ 0 h 464738"/>
                  <a:gd name="connsiteX9" fmla="*/ 334066 w 464738"/>
                  <a:gd name="connsiteY9" fmla="*/ 130672 h 464738"/>
                  <a:gd name="connsiteX10" fmla="*/ 464738 w 464738"/>
                  <a:gd name="connsiteY10" fmla="*/ 446142 h 464738"/>
                  <a:gd name="connsiteX11" fmla="*/ 463902 w 464738"/>
                  <a:gd name="connsiteY11" fmla="*/ 463650 h 464738"/>
                  <a:gd name="connsiteX12" fmla="*/ 464132 w 464738"/>
                  <a:gd name="connsiteY12" fmla="*/ 463880 h 464738"/>
                  <a:gd name="connsiteX13" fmla="*/ 463891 w 464738"/>
                  <a:gd name="connsiteY13" fmla="*/ 463892 h 464738"/>
                  <a:gd name="connsiteX14" fmla="*/ 463879 w 464738"/>
                  <a:gd name="connsiteY14" fmla="*/ 464132 h 464738"/>
                  <a:gd name="connsiteX15" fmla="*/ 463650 w 464738"/>
                  <a:gd name="connsiteY15" fmla="*/ 463903 h 4647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64738" h="464738">
                    <a:moveTo>
                      <a:pt x="446142" y="464738"/>
                    </a:moveTo>
                    <a:cubicBezTo>
                      <a:pt x="331965" y="464738"/>
                      <a:pt x="217787" y="421181"/>
                      <a:pt x="130673" y="334066"/>
                    </a:cubicBezTo>
                    <a:cubicBezTo>
                      <a:pt x="43558" y="246952"/>
                      <a:pt x="1" y="132774"/>
                      <a:pt x="0" y="18596"/>
                    </a:cubicBezTo>
                    <a:lnTo>
                      <a:pt x="836" y="1089"/>
                    </a:lnTo>
                    <a:lnTo>
                      <a:pt x="606" y="859"/>
                    </a:lnTo>
                    <a:lnTo>
                      <a:pt x="848" y="848"/>
                    </a:lnTo>
                    <a:lnTo>
                      <a:pt x="859" y="606"/>
                    </a:lnTo>
                    <a:lnTo>
                      <a:pt x="1089" y="836"/>
                    </a:lnTo>
                    <a:lnTo>
                      <a:pt x="18596" y="0"/>
                    </a:lnTo>
                    <a:cubicBezTo>
                      <a:pt x="132774" y="0"/>
                      <a:pt x="246951" y="43557"/>
                      <a:pt x="334066" y="130672"/>
                    </a:cubicBezTo>
                    <a:cubicBezTo>
                      <a:pt x="421181" y="217787"/>
                      <a:pt x="464738" y="331964"/>
                      <a:pt x="464738" y="446142"/>
                    </a:cubicBezTo>
                    <a:lnTo>
                      <a:pt x="463902" y="463650"/>
                    </a:lnTo>
                    <a:lnTo>
                      <a:pt x="464132" y="463880"/>
                    </a:lnTo>
                    <a:lnTo>
                      <a:pt x="463891" y="463892"/>
                    </a:lnTo>
                    <a:lnTo>
                      <a:pt x="463879" y="464132"/>
                    </a:lnTo>
                    <a:lnTo>
                      <a:pt x="463650" y="463903"/>
                    </a:lnTo>
                    <a:close/>
                  </a:path>
                </a:pathLst>
              </a:cu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grpSp>
            <p:nvGrpSpPr>
              <p:cNvPr id="25" name="Group 24">
                <a:extLst>
                  <a:ext uri="{FF2B5EF4-FFF2-40B4-BE49-F238E27FC236}">
                    <a16:creationId xmlns:a16="http://schemas.microsoft.com/office/drawing/2014/main" id="{9DCBF653-CCB9-47B2-9DD9-68847A45D82D}"/>
                  </a:ext>
                </a:extLst>
              </p:cNvPr>
              <p:cNvGrpSpPr/>
              <p:nvPr/>
            </p:nvGrpSpPr>
            <p:grpSpPr>
              <a:xfrm>
                <a:off x="2440769" y="2384401"/>
                <a:ext cx="313009" cy="1032464"/>
                <a:chOff x="2440769" y="2384401"/>
                <a:chExt cx="313009" cy="1032464"/>
              </a:xfrm>
            </p:grpSpPr>
            <p:cxnSp>
              <p:nvCxnSpPr>
                <p:cNvPr id="26" name="Straight Connector 25">
                  <a:extLst>
                    <a:ext uri="{FF2B5EF4-FFF2-40B4-BE49-F238E27FC236}">
                      <a16:creationId xmlns:a16="http://schemas.microsoft.com/office/drawing/2014/main" id="{7F081A1F-C7C9-4907-AAED-B4E9B64973FB}"/>
                    </a:ext>
                  </a:extLst>
                </p:cNvPr>
                <p:cNvCxnSpPr>
                  <a:cxnSpLocks/>
                </p:cNvCxnSpPr>
                <p:nvPr/>
              </p:nvCxnSpPr>
              <p:spPr>
                <a:xfrm rot="10800000" flipH="1">
                  <a:off x="2440769" y="2516865"/>
                  <a:ext cx="0" cy="900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34F8F89A-0719-4D9A-8379-9EEBD7201052}"/>
                    </a:ext>
                  </a:extLst>
                </p:cNvPr>
                <p:cNvCxnSpPr>
                  <a:cxnSpLocks/>
                </p:cNvCxnSpPr>
                <p:nvPr/>
              </p:nvCxnSpPr>
              <p:spPr>
                <a:xfrm rot="8100000" flipH="1">
                  <a:off x="2753778" y="2384401"/>
                  <a:ext cx="0" cy="900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grpSp>
      </p:grpSp>
      <p:grpSp>
        <p:nvGrpSpPr>
          <p:cNvPr id="30" name="Group 29">
            <a:extLst>
              <a:ext uri="{FF2B5EF4-FFF2-40B4-BE49-F238E27FC236}">
                <a16:creationId xmlns:a16="http://schemas.microsoft.com/office/drawing/2014/main" id="{E7AA5779-FF0F-4ACF-A56C-710A4CDEC8A3}"/>
              </a:ext>
            </a:extLst>
          </p:cNvPr>
          <p:cNvGrpSpPr/>
          <p:nvPr/>
        </p:nvGrpSpPr>
        <p:grpSpPr>
          <a:xfrm>
            <a:off x="1437136" y="649304"/>
            <a:ext cx="388541" cy="388541"/>
            <a:chOff x="5752675" y="5440856"/>
            <a:chExt cx="388541" cy="388541"/>
          </a:xfrm>
        </p:grpSpPr>
        <p:sp>
          <p:nvSpPr>
            <p:cNvPr id="31" name="Oval 30">
              <a:extLst>
                <a:ext uri="{FF2B5EF4-FFF2-40B4-BE49-F238E27FC236}">
                  <a16:creationId xmlns:a16="http://schemas.microsoft.com/office/drawing/2014/main" id="{5F0ADB13-4626-4F84-B513-0B58E65C248E}"/>
                </a:ext>
              </a:extLst>
            </p:cNvPr>
            <p:cNvSpPr/>
            <p:nvPr/>
          </p:nvSpPr>
          <p:spPr>
            <a:xfrm rot="10800000">
              <a:off x="5800801" y="5488982"/>
              <a:ext cx="340415" cy="340415"/>
            </a:xfrm>
            <a:prstGeom prst="ellipse">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32" name="Oval 31">
              <a:extLst>
                <a:ext uri="{FF2B5EF4-FFF2-40B4-BE49-F238E27FC236}">
                  <a16:creationId xmlns:a16="http://schemas.microsoft.com/office/drawing/2014/main" id="{AF46BC46-AD78-4932-95BA-D3009154CA7A}"/>
                </a:ext>
              </a:extLst>
            </p:cNvPr>
            <p:cNvSpPr/>
            <p:nvPr/>
          </p:nvSpPr>
          <p:spPr>
            <a:xfrm>
              <a:off x="5752675" y="5440856"/>
              <a:ext cx="340415" cy="340415"/>
            </a:xfrm>
            <a:prstGeom prst="ellips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grpSp>
      <p:cxnSp>
        <p:nvCxnSpPr>
          <p:cNvPr id="33" name="Straight Connector 32">
            <a:extLst>
              <a:ext uri="{FF2B5EF4-FFF2-40B4-BE49-F238E27FC236}">
                <a16:creationId xmlns:a16="http://schemas.microsoft.com/office/drawing/2014/main" id="{D38118F0-6EA8-4901-9161-9101C6DDD97E}"/>
              </a:ext>
            </a:extLst>
          </p:cNvPr>
          <p:cNvCxnSpPr>
            <a:cxnSpLocks/>
          </p:cNvCxnSpPr>
          <p:nvPr/>
        </p:nvCxnSpPr>
        <p:spPr>
          <a:xfrm rot="16200000" flipH="1">
            <a:off x="5826000" y="3429001"/>
            <a:ext cx="5400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748297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ED013D-A80D-4455-B886-0C3448294C02}"/>
              </a:ext>
            </a:extLst>
          </p:cNvPr>
          <p:cNvSpPr>
            <a:spLocks noGrp="1"/>
          </p:cNvSpPr>
          <p:nvPr>
            <p:ph type="title"/>
          </p:nvPr>
        </p:nvSpPr>
        <p:spPr/>
        <p:txBody>
          <a:bodyPr/>
          <a:lstStyle>
            <a:lvl1pPr algn="l">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4A99D3AB-20B9-4D90-8106-506F443682C8}"/>
              </a:ext>
            </a:extLst>
          </p:cNvPr>
          <p:cNvSpPr>
            <a:spLocks noGrp="1"/>
          </p:cNvSpPr>
          <p:nvPr>
            <p:ph sz="half" idx="1"/>
          </p:nvPr>
        </p:nvSpPr>
        <p:spPr>
          <a:xfrm>
            <a:off x="1085850" y="1790700"/>
            <a:ext cx="4740150" cy="39782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85F9DF39-257F-4C10-A7B4-1AA1C66F28E9}"/>
              </a:ext>
            </a:extLst>
          </p:cNvPr>
          <p:cNvSpPr>
            <a:spLocks noGrp="1"/>
          </p:cNvSpPr>
          <p:nvPr>
            <p:ph sz="half" idx="2"/>
          </p:nvPr>
        </p:nvSpPr>
        <p:spPr>
          <a:xfrm>
            <a:off x="6366000" y="1790700"/>
            <a:ext cx="4740150" cy="39782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E0E57E5E-B324-4633-AB65-4A53498B9FAD}"/>
              </a:ext>
            </a:extLst>
          </p:cNvPr>
          <p:cNvSpPr>
            <a:spLocks noGrp="1"/>
          </p:cNvSpPr>
          <p:nvPr>
            <p:ph type="dt" sz="half" idx="10"/>
          </p:nvPr>
        </p:nvSpPr>
        <p:spPr>
          <a:xfrm>
            <a:off x="541338" y="6401999"/>
            <a:ext cx="2206625" cy="369332"/>
          </a:xfrm>
          <a:prstGeom prst="rect">
            <a:avLst/>
          </a:prstGeom>
        </p:spPr>
        <p:txBody>
          <a:bodyPr/>
          <a:lstStyle/>
          <a:p>
            <a:fld id="{64F0E216-BA48-4F04-AC4F-645AA0DD6AC6}" type="datetimeFigureOut">
              <a:rPr lang="en-US" smtClean="0"/>
              <a:t>1/20/2025</a:t>
            </a:fld>
            <a:endParaRPr lang="en-US"/>
          </a:p>
        </p:txBody>
      </p:sp>
      <p:sp>
        <p:nvSpPr>
          <p:cNvPr id="6" name="Footer Placeholder 5">
            <a:extLst>
              <a:ext uri="{FF2B5EF4-FFF2-40B4-BE49-F238E27FC236}">
                <a16:creationId xmlns:a16="http://schemas.microsoft.com/office/drawing/2014/main" id="{5B42A16D-8423-4C91-B839-F95380250FA3}"/>
              </a:ext>
            </a:extLst>
          </p:cNvPr>
          <p:cNvSpPr>
            <a:spLocks noGrp="1"/>
          </p:cNvSpPr>
          <p:nvPr>
            <p:ph type="ftr" sz="quarter" idx="11"/>
          </p:nvPr>
        </p:nvSpPr>
        <p:spPr>
          <a:xfrm>
            <a:off x="3308350" y="6401999"/>
            <a:ext cx="5575300" cy="369332"/>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063AD46B-C875-4F91-8991-4A4E5D768D92}"/>
              </a:ext>
            </a:extLst>
          </p:cNvPr>
          <p:cNvSpPr>
            <a:spLocks noGrp="1"/>
          </p:cNvSpPr>
          <p:nvPr>
            <p:ph type="sldNum" sz="quarter" idx="12"/>
          </p:nvPr>
        </p:nvSpPr>
        <p:spPr>
          <a:xfrm>
            <a:off x="9442800" y="6401999"/>
            <a:ext cx="2208212" cy="369332"/>
          </a:xfrm>
          <a:prstGeom prst="rect">
            <a:avLst/>
          </a:prstGeom>
        </p:spPr>
        <p:txBody>
          <a:bodyPr/>
          <a:lstStyle/>
          <a:p>
            <a:fld id="{D39607A7-8386-47DB-8578-DDEDD194E5D4}" type="slidenum">
              <a:rPr lang="en-US" smtClean="0"/>
              <a:t>‹#›</a:t>
            </a:fld>
            <a:endParaRPr lang="en-US"/>
          </a:p>
        </p:txBody>
      </p:sp>
    </p:spTree>
    <p:extLst>
      <p:ext uri="{BB962C8B-B14F-4D97-AF65-F5344CB8AC3E}">
        <p14:creationId xmlns:p14="http://schemas.microsoft.com/office/powerpoint/2010/main" val="63684681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5170C3-74D3-4445-A879-4F7CF42ED29A}"/>
              </a:ext>
            </a:extLst>
          </p:cNvPr>
          <p:cNvSpPr>
            <a:spLocks noGrp="1"/>
          </p:cNvSpPr>
          <p:nvPr>
            <p:ph type="title"/>
          </p:nvPr>
        </p:nvSpPr>
        <p:spPr>
          <a:xfrm>
            <a:off x="1079500" y="1011238"/>
            <a:ext cx="10026650" cy="655637"/>
          </a:xfrm>
        </p:spPr>
        <p:txBody>
          <a:bodyPr>
            <a:normAutofit/>
          </a:bodyPr>
          <a:lstStyle>
            <a:lvl1pPr algn="l">
              <a:defRPr/>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B2B64494-3C1C-49FE-ADB2-6F41CEEA82EF}"/>
              </a:ext>
            </a:extLst>
          </p:cNvPr>
          <p:cNvSpPr>
            <a:spLocks noGrp="1"/>
          </p:cNvSpPr>
          <p:nvPr>
            <p:ph type="body" idx="1"/>
          </p:nvPr>
        </p:nvSpPr>
        <p:spPr>
          <a:xfrm>
            <a:off x="1079500" y="1854200"/>
            <a:ext cx="4741200" cy="553998"/>
          </a:xfrm>
        </p:spPr>
        <p:txBody>
          <a:bodyPr anchor="t" anchorCtr="0">
            <a:normAutofit/>
          </a:bodyPr>
          <a:lstStyle>
            <a:lvl1pPr marL="0" indent="0">
              <a:lnSpc>
                <a:spcPct val="100000"/>
              </a:lnSpc>
              <a:buNone/>
              <a:defRPr sz="1800" b="0" cap="all" spc="300" baseline="0">
                <a:solidFill>
                  <a:schemeClr val="tx1">
                    <a:alpha val="8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8EE19A6-8340-43A4-9B30-A27DEB9E2BF1}"/>
              </a:ext>
            </a:extLst>
          </p:cNvPr>
          <p:cNvSpPr>
            <a:spLocks noGrp="1"/>
          </p:cNvSpPr>
          <p:nvPr>
            <p:ph sz="half" idx="2"/>
          </p:nvPr>
        </p:nvSpPr>
        <p:spPr>
          <a:xfrm>
            <a:off x="1079500" y="2525561"/>
            <a:ext cx="4741200" cy="32434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7B9D4B31-0090-483A-BF84-CEA2B22D51D5}"/>
              </a:ext>
            </a:extLst>
          </p:cNvPr>
          <p:cNvSpPr>
            <a:spLocks noGrp="1"/>
          </p:cNvSpPr>
          <p:nvPr>
            <p:ph type="body" sz="quarter" idx="3"/>
          </p:nvPr>
        </p:nvSpPr>
        <p:spPr>
          <a:xfrm>
            <a:off x="6364950" y="1854200"/>
            <a:ext cx="4741200" cy="553998"/>
          </a:xfrm>
        </p:spPr>
        <p:txBody>
          <a:bodyPr anchor="t" anchorCtr="0">
            <a:normAutofit/>
          </a:bodyPr>
          <a:lstStyle>
            <a:lvl1pPr marL="0" indent="0">
              <a:lnSpc>
                <a:spcPct val="100000"/>
              </a:lnSpc>
              <a:buNone/>
              <a:defRPr sz="1800" b="0" cap="all" spc="300" baseline="0">
                <a:solidFill>
                  <a:schemeClr val="tx1">
                    <a:alpha val="8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08DB9E9-0BD8-4F85-9342-5C5BA0D35CEA}"/>
              </a:ext>
            </a:extLst>
          </p:cNvPr>
          <p:cNvSpPr>
            <a:spLocks noGrp="1"/>
          </p:cNvSpPr>
          <p:nvPr>
            <p:ph sz="quarter" idx="4"/>
          </p:nvPr>
        </p:nvSpPr>
        <p:spPr>
          <a:xfrm>
            <a:off x="6364950" y="2525560"/>
            <a:ext cx="4741200" cy="32434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52AE3D3E-6168-45C3-BAB4-04FFFB983541}"/>
              </a:ext>
            </a:extLst>
          </p:cNvPr>
          <p:cNvSpPr>
            <a:spLocks noGrp="1"/>
          </p:cNvSpPr>
          <p:nvPr>
            <p:ph type="dt" sz="half" idx="10"/>
          </p:nvPr>
        </p:nvSpPr>
        <p:spPr>
          <a:xfrm>
            <a:off x="541338" y="6401999"/>
            <a:ext cx="2206625" cy="369332"/>
          </a:xfrm>
          <a:prstGeom prst="rect">
            <a:avLst/>
          </a:prstGeom>
        </p:spPr>
        <p:txBody>
          <a:bodyPr/>
          <a:lstStyle/>
          <a:p>
            <a:fld id="{64F0E216-BA48-4F04-AC4F-645AA0DD6AC6}" type="datetimeFigureOut">
              <a:rPr lang="en-US" smtClean="0"/>
              <a:t>1/20/2025</a:t>
            </a:fld>
            <a:endParaRPr lang="en-US"/>
          </a:p>
        </p:txBody>
      </p:sp>
      <p:sp>
        <p:nvSpPr>
          <p:cNvPr id="8" name="Footer Placeholder 7">
            <a:extLst>
              <a:ext uri="{FF2B5EF4-FFF2-40B4-BE49-F238E27FC236}">
                <a16:creationId xmlns:a16="http://schemas.microsoft.com/office/drawing/2014/main" id="{DA8F8D02-7CCF-4321-847A-CD553E52A342}"/>
              </a:ext>
            </a:extLst>
          </p:cNvPr>
          <p:cNvSpPr>
            <a:spLocks noGrp="1"/>
          </p:cNvSpPr>
          <p:nvPr>
            <p:ph type="ftr" sz="quarter" idx="11"/>
          </p:nvPr>
        </p:nvSpPr>
        <p:spPr>
          <a:xfrm>
            <a:off x="3308350" y="6401999"/>
            <a:ext cx="5575300" cy="369332"/>
          </a:xfrm>
          <a:prstGeom prst="rect">
            <a:avLst/>
          </a:prstGeom>
        </p:spPr>
        <p:txBody>
          <a:bodyPr/>
          <a:lstStyle/>
          <a:p>
            <a:endParaRPr lang="en-US"/>
          </a:p>
        </p:txBody>
      </p:sp>
      <p:sp>
        <p:nvSpPr>
          <p:cNvPr id="9" name="Slide Number Placeholder 8">
            <a:extLst>
              <a:ext uri="{FF2B5EF4-FFF2-40B4-BE49-F238E27FC236}">
                <a16:creationId xmlns:a16="http://schemas.microsoft.com/office/drawing/2014/main" id="{9F966368-2A9A-4617-A2A9-E4E9ACD06381}"/>
              </a:ext>
            </a:extLst>
          </p:cNvPr>
          <p:cNvSpPr>
            <a:spLocks noGrp="1"/>
          </p:cNvSpPr>
          <p:nvPr>
            <p:ph type="sldNum" sz="quarter" idx="12"/>
          </p:nvPr>
        </p:nvSpPr>
        <p:spPr>
          <a:xfrm>
            <a:off x="9442800" y="6401999"/>
            <a:ext cx="2208212" cy="369332"/>
          </a:xfrm>
          <a:prstGeom prst="rect">
            <a:avLst/>
          </a:prstGeom>
        </p:spPr>
        <p:txBody>
          <a:bodyPr/>
          <a:lstStyle/>
          <a:p>
            <a:fld id="{D39607A7-8386-47DB-8578-DDEDD194E5D4}" type="slidenum">
              <a:rPr lang="en-US" smtClean="0"/>
              <a:t>‹#›</a:t>
            </a:fld>
            <a:endParaRPr lang="en-US"/>
          </a:p>
        </p:txBody>
      </p:sp>
    </p:spTree>
    <p:extLst>
      <p:ext uri="{BB962C8B-B14F-4D97-AF65-F5344CB8AC3E}">
        <p14:creationId xmlns:p14="http://schemas.microsoft.com/office/powerpoint/2010/main" val="178292926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90855A-C7D7-455F-BD47-AB4221DD0240}"/>
              </a:ext>
            </a:extLst>
          </p:cNvPr>
          <p:cNvSpPr>
            <a:spLocks noGrp="1"/>
          </p:cNvSpPr>
          <p:nvPr>
            <p:ph type="title"/>
          </p:nvPr>
        </p:nvSpPr>
        <p:spPr>
          <a:xfrm>
            <a:off x="1079500" y="1079500"/>
            <a:ext cx="10026650" cy="4689475"/>
          </a:xfrm>
        </p:spPr>
        <p:txBody>
          <a:bodyPr anchor="ctr"/>
          <a:lstStyle>
            <a:lvl1pPr algn="ctr">
              <a:defRPr/>
            </a:lvl1p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1629F6FD-C2F8-4688-B52A-ED76F48B8B41}"/>
              </a:ext>
            </a:extLst>
          </p:cNvPr>
          <p:cNvSpPr>
            <a:spLocks noGrp="1"/>
          </p:cNvSpPr>
          <p:nvPr>
            <p:ph type="dt" sz="half" idx="10"/>
          </p:nvPr>
        </p:nvSpPr>
        <p:spPr>
          <a:xfrm>
            <a:off x="541338" y="6401999"/>
            <a:ext cx="2206625" cy="369332"/>
          </a:xfrm>
          <a:prstGeom prst="rect">
            <a:avLst/>
          </a:prstGeom>
        </p:spPr>
        <p:txBody>
          <a:bodyPr/>
          <a:lstStyle/>
          <a:p>
            <a:fld id="{64F0E216-BA48-4F04-AC4F-645AA0DD6AC6}" type="datetimeFigureOut">
              <a:rPr lang="en-US" smtClean="0"/>
              <a:t>1/20/2025</a:t>
            </a:fld>
            <a:endParaRPr lang="en-US"/>
          </a:p>
        </p:txBody>
      </p:sp>
      <p:sp>
        <p:nvSpPr>
          <p:cNvPr id="4" name="Footer Placeholder 3">
            <a:extLst>
              <a:ext uri="{FF2B5EF4-FFF2-40B4-BE49-F238E27FC236}">
                <a16:creationId xmlns:a16="http://schemas.microsoft.com/office/drawing/2014/main" id="{AB358F0F-237C-4F8E-A5A7-48269F700B1D}"/>
              </a:ext>
            </a:extLst>
          </p:cNvPr>
          <p:cNvSpPr>
            <a:spLocks noGrp="1"/>
          </p:cNvSpPr>
          <p:nvPr>
            <p:ph type="ftr" sz="quarter" idx="11"/>
          </p:nvPr>
        </p:nvSpPr>
        <p:spPr>
          <a:xfrm>
            <a:off x="3308350" y="6401999"/>
            <a:ext cx="5575300" cy="369332"/>
          </a:xfrm>
          <a:prstGeom prst="rect">
            <a:avLst/>
          </a:prstGeom>
        </p:spPr>
        <p:txBody>
          <a:bodyPr/>
          <a:lstStyle/>
          <a:p>
            <a:endParaRPr lang="en-US"/>
          </a:p>
        </p:txBody>
      </p:sp>
      <p:sp>
        <p:nvSpPr>
          <p:cNvPr id="5" name="Slide Number Placeholder 4">
            <a:extLst>
              <a:ext uri="{FF2B5EF4-FFF2-40B4-BE49-F238E27FC236}">
                <a16:creationId xmlns:a16="http://schemas.microsoft.com/office/drawing/2014/main" id="{68C3629E-70C3-44A4-A268-2194CD424AF9}"/>
              </a:ext>
            </a:extLst>
          </p:cNvPr>
          <p:cNvSpPr>
            <a:spLocks noGrp="1"/>
          </p:cNvSpPr>
          <p:nvPr>
            <p:ph type="sldNum" sz="quarter" idx="12"/>
          </p:nvPr>
        </p:nvSpPr>
        <p:spPr>
          <a:xfrm>
            <a:off x="9442800" y="6401999"/>
            <a:ext cx="2208212" cy="369332"/>
          </a:xfrm>
          <a:prstGeom prst="rect">
            <a:avLst/>
          </a:prstGeom>
        </p:spPr>
        <p:txBody>
          <a:bodyPr/>
          <a:lstStyle/>
          <a:p>
            <a:fld id="{D39607A7-8386-47DB-8578-DDEDD194E5D4}" type="slidenum">
              <a:rPr lang="en-US" smtClean="0"/>
              <a:t>‹#›</a:t>
            </a:fld>
            <a:endParaRPr lang="en-US"/>
          </a:p>
        </p:txBody>
      </p:sp>
    </p:spTree>
    <p:extLst>
      <p:ext uri="{BB962C8B-B14F-4D97-AF65-F5344CB8AC3E}">
        <p14:creationId xmlns:p14="http://schemas.microsoft.com/office/powerpoint/2010/main" val="15218646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F0232D4-EC56-49D3-B967-D972B5E5E2C1}"/>
              </a:ext>
            </a:extLst>
          </p:cNvPr>
          <p:cNvSpPr>
            <a:spLocks noGrp="1"/>
          </p:cNvSpPr>
          <p:nvPr>
            <p:ph type="dt" sz="half" idx="10"/>
          </p:nvPr>
        </p:nvSpPr>
        <p:spPr>
          <a:xfrm>
            <a:off x="541338" y="6401999"/>
            <a:ext cx="2206625" cy="369332"/>
          </a:xfrm>
          <a:prstGeom prst="rect">
            <a:avLst/>
          </a:prstGeom>
        </p:spPr>
        <p:txBody>
          <a:bodyPr/>
          <a:lstStyle/>
          <a:p>
            <a:fld id="{64F0E216-BA48-4F04-AC4F-645AA0DD6AC6}" type="datetimeFigureOut">
              <a:rPr lang="en-US" smtClean="0"/>
              <a:t>1/20/2025</a:t>
            </a:fld>
            <a:endParaRPr lang="en-US"/>
          </a:p>
        </p:txBody>
      </p:sp>
      <p:sp>
        <p:nvSpPr>
          <p:cNvPr id="3" name="Footer Placeholder 2">
            <a:extLst>
              <a:ext uri="{FF2B5EF4-FFF2-40B4-BE49-F238E27FC236}">
                <a16:creationId xmlns:a16="http://schemas.microsoft.com/office/drawing/2014/main" id="{0B2C3171-136A-405F-B1CF-C0DAFAA21E41}"/>
              </a:ext>
            </a:extLst>
          </p:cNvPr>
          <p:cNvSpPr>
            <a:spLocks noGrp="1"/>
          </p:cNvSpPr>
          <p:nvPr>
            <p:ph type="ftr" sz="quarter" idx="11"/>
          </p:nvPr>
        </p:nvSpPr>
        <p:spPr>
          <a:xfrm>
            <a:off x="3308350" y="6401999"/>
            <a:ext cx="5575300" cy="369332"/>
          </a:xfrm>
          <a:prstGeom prst="rect">
            <a:avLst/>
          </a:prstGeom>
        </p:spPr>
        <p:txBody>
          <a:bodyPr/>
          <a:lstStyle/>
          <a:p>
            <a:endParaRPr lang="en-US"/>
          </a:p>
        </p:txBody>
      </p:sp>
      <p:sp>
        <p:nvSpPr>
          <p:cNvPr id="4" name="Slide Number Placeholder 3">
            <a:extLst>
              <a:ext uri="{FF2B5EF4-FFF2-40B4-BE49-F238E27FC236}">
                <a16:creationId xmlns:a16="http://schemas.microsoft.com/office/drawing/2014/main" id="{76523E7E-BA29-40D2-BE24-10E7F7050409}"/>
              </a:ext>
            </a:extLst>
          </p:cNvPr>
          <p:cNvSpPr>
            <a:spLocks noGrp="1"/>
          </p:cNvSpPr>
          <p:nvPr>
            <p:ph type="sldNum" sz="quarter" idx="12"/>
          </p:nvPr>
        </p:nvSpPr>
        <p:spPr>
          <a:xfrm>
            <a:off x="9442800" y="6401999"/>
            <a:ext cx="2208212" cy="369332"/>
          </a:xfrm>
          <a:prstGeom prst="rect">
            <a:avLst/>
          </a:prstGeom>
        </p:spPr>
        <p:txBody>
          <a:bodyPr/>
          <a:lstStyle/>
          <a:p>
            <a:fld id="{D39607A7-8386-47DB-8578-DDEDD194E5D4}" type="slidenum">
              <a:rPr lang="en-US" smtClean="0"/>
              <a:t>‹#›</a:t>
            </a:fld>
            <a:endParaRPr lang="en-US"/>
          </a:p>
        </p:txBody>
      </p:sp>
    </p:spTree>
    <p:extLst>
      <p:ext uri="{BB962C8B-B14F-4D97-AF65-F5344CB8AC3E}">
        <p14:creationId xmlns:p14="http://schemas.microsoft.com/office/powerpoint/2010/main" val="428159350"/>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3607EF-706F-47DD-B487-7C3E4EDE1945}"/>
              </a:ext>
            </a:extLst>
          </p:cNvPr>
          <p:cNvSpPr>
            <a:spLocks noGrp="1"/>
          </p:cNvSpPr>
          <p:nvPr>
            <p:ph type="title"/>
          </p:nvPr>
        </p:nvSpPr>
        <p:spPr>
          <a:xfrm>
            <a:off x="1071607" y="1011238"/>
            <a:ext cx="3906000" cy="1292400"/>
          </a:xfrm>
        </p:spPr>
        <p:txBody>
          <a:bodyPr anchor="t" anchorCtr="0">
            <a:normAutofit/>
          </a:bodyPr>
          <a:lstStyle>
            <a:lvl1pPr>
              <a:defRPr sz="28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08298442-7D9F-4D62-866B-FBA382F06C4C}"/>
              </a:ext>
            </a:extLst>
          </p:cNvPr>
          <p:cNvSpPr>
            <a:spLocks noGrp="1"/>
          </p:cNvSpPr>
          <p:nvPr>
            <p:ph idx="1"/>
          </p:nvPr>
        </p:nvSpPr>
        <p:spPr>
          <a:xfrm>
            <a:off x="5537200" y="955230"/>
            <a:ext cx="5583193" cy="4813745"/>
          </a:xfrm>
        </p:spPr>
        <p:txBody>
          <a:bodyPr/>
          <a:lstStyle>
            <a:lvl1pPr marL="0" indent="0">
              <a:lnSpc>
                <a:spcPct val="100000"/>
              </a:lnSpc>
              <a:buFontTx/>
              <a:buNone/>
              <a:defRPr sz="4800"/>
            </a:lvl1pPr>
            <a:lvl2pPr marL="0">
              <a:lnSpc>
                <a:spcPct val="100000"/>
              </a:lnSpc>
              <a:defRPr sz="4800"/>
            </a:lvl2pPr>
            <a:lvl3pPr marL="0" indent="0">
              <a:buNone/>
              <a:defRPr sz="2000"/>
            </a:lvl3pPr>
            <a:lvl4pPr marL="0">
              <a:defRPr sz="2000"/>
            </a:lvl4pPr>
            <a:lvl5pPr marL="360000">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267D1DB7-AC43-460E-B3C5-9F8B37D1B50A}"/>
              </a:ext>
            </a:extLst>
          </p:cNvPr>
          <p:cNvSpPr>
            <a:spLocks noGrp="1"/>
          </p:cNvSpPr>
          <p:nvPr>
            <p:ph type="body" sz="half" idx="2"/>
          </p:nvPr>
        </p:nvSpPr>
        <p:spPr>
          <a:xfrm>
            <a:off x="1079499" y="2664000"/>
            <a:ext cx="3905999" cy="3106800"/>
          </a:xfrm>
        </p:spPr>
        <p:txBody>
          <a:bodyPr>
            <a:normAutofit/>
          </a:bodyPr>
          <a:lstStyle>
            <a:lvl1pPr marL="0" indent="0">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40C5DE9-6995-4F6E-AF64-6CE9A677971D}"/>
              </a:ext>
            </a:extLst>
          </p:cNvPr>
          <p:cNvSpPr>
            <a:spLocks noGrp="1"/>
          </p:cNvSpPr>
          <p:nvPr>
            <p:ph type="dt" sz="half" idx="10"/>
          </p:nvPr>
        </p:nvSpPr>
        <p:spPr>
          <a:xfrm>
            <a:off x="541338" y="6401999"/>
            <a:ext cx="2206625" cy="369332"/>
          </a:xfrm>
          <a:prstGeom prst="rect">
            <a:avLst/>
          </a:prstGeom>
        </p:spPr>
        <p:txBody>
          <a:bodyPr/>
          <a:lstStyle/>
          <a:p>
            <a:fld id="{64F0E216-BA48-4F04-AC4F-645AA0DD6AC6}" type="datetimeFigureOut">
              <a:rPr lang="en-US" smtClean="0"/>
              <a:t>1/20/2025</a:t>
            </a:fld>
            <a:endParaRPr lang="en-US"/>
          </a:p>
        </p:txBody>
      </p:sp>
      <p:sp>
        <p:nvSpPr>
          <p:cNvPr id="6" name="Footer Placeholder 5">
            <a:extLst>
              <a:ext uri="{FF2B5EF4-FFF2-40B4-BE49-F238E27FC236}">
                <a16:creationId xmlns:a16="http://schemas.microsoft.com/office/drawing/2014/main" id="{388BC655-2B4D-48CA-90B9-740400332295}"/>
              </a:ext>
            </a:extLst>
          </p:cNvPr>
          <p:cNvSpPr>
            <a:spLocks noGrp="1"/>
          </p:cNvSpPr>
          <p:nvPr>
            <p:ph type="ftr" sz="quarter" idx="11"/>
          </p:nvPr>
        </p:nvSpPr>
        <p:spPr>
          <a:xfrm>
            <a:off x="3308350" y="6401999"/>
            <a:ext cx="5575300" cy="369332"/>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1314A7E0-1D83-4CE0-9FFE-3EEE2B3C27ED}"/>
              </a:ext>
            </a:extLst>
          </p:cNvPr>
          <p:cNvSpPr>
            <a:spLocks noGrp="1"/>
          </p:cNvSpPr>
          <p:nvPr>
            <p:ph type="sldNum" sz="quarter" idx="12"/>
          </p:nvPr>
        </p:nvSpPr>
        <p:spPr>
          <a:xfrm>
            <a:off x="9442800" y="6401999"/>
            <a:ext cx="2208212" cy="369332"/>
          </a:xfrm>
          <a:prstGeom prst="rect">
            <a:avLst/>
          </a:prstGeom>
        </p:spPr>
        <p:txBody>
          <a:bodyPr/>
          <a:lstStyle/>
          <a:p>
            <a:fld id="{D39607A7-8386-47DB-8578-DDEDD194E5D4}" type="slidenum">
              <a:rPr lang="en-US" smtClean="0"/>
              <a:t>‹#›</a:t>
            </a:fld>
            <a:endParaRPr lang="en-US"/>
          </a:p>
        </p:txBody>
      </p:sp>
    </p:spTree>
    <p:extLst>
      <p:ext uri="{BB962C8B-B14F-4D97-AF65-F5344CB8AC3E}">
        <p14:creationId xmlns:p14="http://schemas.microsoft.com/office/powerpoint/2010/main" val="2625597529"/>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4F7F85-950A-4BED-AE31-5C85DE4FA488}"/>
              </a:ext>
            </a:extLst>
          </p:cNvPr>
          <p:cNvSpPr>
            <a:spLocks noGrp="1"/>
          </p:cNvSpPr>
          <p:nvPr>
            <p:ph type="title"/>
          </p:nvPr>
        </p:nvSpPr>
        <p:spPr>
          <a:xfrm>
            <a:off x="1079501" y="1011238"/>
            <a:ext cx="3905250" cy="1292662"/>
          </a:xfrm>
        </p:spPr>
        <p:txBody>
          <a:bodyPr anchor="t" anchorCtr="0">
            <a:normAutofit/>
          </a:bodyPr>
          <a:lstStyle>
            <a:lvl1pPr>
              <a:defRPr sz="28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6813A008-3741-4305-8A06-C0D8404A32BB}"/>
              </a:ext>
            </a:extLst>
          </p:cNvPr>
          <p:cNvSpPr>
            <a:spLocks noGrp="1"/>
          </p:cNvSpPr>
          <p:nvPr>
            <p:ph type="pic" idx="1"/>
          </p:nvPr>
        </p:nvSpPr>
        <p:spPr>
          <a:xfrm>
            <a:off x="5537200" y="531813"/>
            <a:ext cx="6113812" cy="578484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BF2ADC63-3365-4920-AF26-600F4D2EA579}"/>
              </a:ext>
            </a:extLst>
          </p:cNvPr>
          <p:cNvSpPr>
            <a:spLocks noGrp="1"/>
          </p:cNvSpPr>
          <p:nvPr>
            <p:ph type="body" sz="half" idx="2"/>
          </p:nvPr>
        </p:nvSpPr>
        <p:spPr>
          <a:xfrm>
            <a:off x="1079500" y="2663825"/>
            <a:ext cx="3905250" cy="3105150"/>
          </a:xfrm>
        </p:spPr>
        <p:txBody>
          <a:bodyPr>
            <a:normAutofit/>
          </a:bodyPr>
          <a:lstStyle>
            <a:lvl1pPr marL="0" indent="0">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AC161BE-EF8B-4F4D-8197-61442EBC46BD}"/>
              </a:ext>
            </a:extLst>
          </p:cNvPr>
          <p:cNvSpPr>
            <a:spLocks noGrp="1"/>
          </p:cNvSpPr>
          <p:nvPr>
            <p:ph type="dt" sz="half" idx="10"/>
          </p:nvPr>
        </p:nvSpPr>
        <p:spPr>
          <a:xfrm>
            <a:off x="541338" y="6401999"/>
            <a:ext cx="2206625" cy="369332"/>
          </a:xfrm>
          <a:prstGeom prst="rect">
            <a:avLst/>
          </a:prstGeom>
        </p:spPr>
        <p:txBody>
          <a:bodyPr/>
          <a:lstStyle/>
          <a:p>
            <a:fld id="{64F0E216-BA48-4F04-AC4F-645AA0DD6AC6}" type="datetimeFigureOut">
              <a:rPr lang="en-US" smtClean="0"/>
              <a:t>1/20/2025</a:t>
            </a:fld>
            <a:endParaRPr lang="en-US"/>
          </a:p>
        </p:txBody>
      </p:sp>
      <p:sp>
        <p:nvSpPr>
          <p:cNvPr id="6" name="Footer Placeholder 5">
            <a:extLst>
              <a:ext uri="{FF2B5EF4-FFF2-40B4-BE49-F238E27FC236}">
                <a16:creationId xmlns:a16="http://schemas.microsoft.com/office/drawing/2014/main" id="{9FD37897-BFE5-414E-9334-53116988DC37}"/>
              </a:ext>
            </a:extLst>
          </p:cNvPr>
          <p:cNvSpPr>
            <a:spLocks noGrp="1"/>
          </p:cNvSpPr>
          <p:nvPr>
            <p:ph type="ftr" sz="quarter" idx="11"/>
          </p:nvPr>
        </p:nvSpPr>
        <p:spPr>
          <a:xfrm>
            <a:off x="3308350" y="6401999"/>
            <a:ext cx="5575300" cy="369332"/>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3F5BF024-9A20-4B80-976D-420DCCD1616D}"/>
              </a:ext>
            </a:extLst>
          </p:cNvPr>
          <p:cNvSpPr>
            <a:spLocks noGrp="1"/>
          </p:cNvSpPr>
          <p:nvPr>
            <p:ph type="sldNum" sz="quarter" idx="12"/>
          </p:nvPr>
        </p:nvSpPr>
        <p:spPr>
          <a:xfrm>
            <a:off x="9442800" y="6401999"/>
            <a:ext cx="2208212" cy="369332"/>
          </a:xfrm>
          <a:prstGeom prst="rect">
            <a:avLst/>
          </a:prstGeom>
        </p:spPr>
        <p:txBody>
          <a:bodyPr/>
          <a:lstStyle/>
          <a:p>
            <a:fld id="{D39607A7-8386-47DB-8578-DDEDD194E5D4}" type="slidenum">
              <a:rPr lang="en-US" smtClean="0"/>
              <a:t>‹#›</a:t>
            </a:fld>
            <a:endParaRPr lang="en-US"/>
          </a:p>
        </p:txBody>
      </p:sp>
    </p:spTree>
    <p:extLst>
      <p:ext uri="{BB962C8B-B14F-4D97-AF65-F5344CB8AC3E}">
        <p14:creationId xmlns:p14="http://schemas.microsoft.com/office/powerpoint/2010/main" val="125696985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AB794F-0C7D-47A6-A355-9B54F3A082B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518BEFC-5F95-43C3-A662-CF24426CB374}"/>
              </a:ext>
            </a:extLst>
          </p:cNvPr>
          <p:cNvSpPr>
            <a:spLocks noGrp="1"/>
          </p:cNvSpPr>
          <p:nvPr>
            <p:ph type="body" orient="vert" idx="1"/>
          </p:nvPr>
        </p:nvSpPr>
        <p:spPr>
          <a:xfrm>
            <a:off x="1079500" y="1790700"/>
            <a:ext cx="10026650" cy="397827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DE020A41-C226-41AB-8766-C9BF3E9BF9D0}"/>
              </a:ext>
            </a:extLst>
          </p:cNvPr>
          <p:cNvSpPr>
            <a:spLocks noGrp="1"/>
          </p:cNvSpPr>
          <p:nvPr>
            <p:ph type="dt" sz="half" idx="10"/>
          </p:nvPr>
        </p:nvSpPr>
        <p:spPr>
          <a:xfrm>
            <a:off x="541338" y="6401999"/>
            <a:ext cx="2206625" cy="369332"/>
          </a:xfrm>
          <a:prstGeom prst="rect">
            <a:avLst/>
          </a:prstGeom>
        </p:spPr>
        <p:txBody>
          <a:bodyPr/>
          <a:lstStyle/>
          <a:p>
            <a:fld id="{64F0E216-BA48-4F04-AC4F-645AA0DD6AC6}" type="datetimeFigureOut">
              <a:rPr lang="en-US" smtClean="0"/>
              <a:t>1/20/2025</a:t>
            </a:fld>
            <a:endParaRPr lang="en-US"/>
          </a:p>
        </p:txBody>
      </p:sp>
      <p:sp>
        <p:nvSpPr>
          <p:cNvPr id="5" name="Footer Placeholder 4">
            <a:extLst>
              <a:ext uri="{FF2B5EF4-FFF2-40B4-BE49-F238E27FC236}">
                <a16:creationId xmlns:a16="http://schemas.microsoft.com/office/drawing/2014/main" id="{877795E9-017B-4505-810D-A5F553A56BC9}"/>
              </a:ext>
            </a:extLst>
          </p:cNvPr>
          <p:cNvSpPr>
            <a:spLocks noGrp="1"/>
          </p:cNvSpPr>
          <p:nvPr>
            <p:ph type="ftr" sz="quarter" idx="11"/>
          </p:nvPr>
        </p:nvSpPr>
        <p:spPr>
          <a:xfrm>
            <a:off x="3308350" y="6401999"/>
            <a:ext cx="5575300" cy="369332"/>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6626A1BD-3429-4C11-B230-8AD083EC3EC2}"/>
              </a:ext>
            </a:extLst>
          </p:cNvPr>
          <p:cNvSpPr>
            <a:spLocks noGrp="1"/>
          </p:cNvSpPr>
          <p:nvPr>
            <p:ph type="sldNum" sz="quarter" idx="12"/>
          </p:nvPr>
        </p:nvSpPr>
        <p:spPr>
          <a:xfrm>
            <a:off x="9442800" y="6401999"/>
            <a:ext cx="2208212" cy="369332"/>
          </a:xfrm>
          <a:prstGeom prst="rect">
            <a:avLst/>
          </a:prstGeom>
        </p:spPr>
        <p:txBody>
          <a:bodyPr/>
          <a:lstStyle/>
          <a:p>
            <a:fld id="{D39607A7-8386-47DB-8578-DDEDD194E5D4}" type="slidenum">
              <a:rPr lang="en-US" smtClean="0"/>
              <a:t>‹#›</a:t>
            </a:fld>
            <a:endParaRPr lang="en-US"/>
          </a:p>
        </p:txBody>
      </p:sp>
    </p:spTree>
    <p:extLst>
      <p:ext uri="{BB962C8B-B14F-4D97-AF65-F5344CB8AC3E}">
        <p14:creationId xmlns:p14="http://schemas.microsoft.com/office/powerpoint/2010/main" val="1633598314"/>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EA11CA2-18BF-408B-A40C-B43A0A7B80FA}"/>
              </a:ext>
            </a:extLst>
          </p:cNvPr>
          <p:cNvSpPr>
            <a:spLocks noGrp="1"/>
          </p:cNvSpPr>
          <p:nvPr>
            <p:ph type="title" orient="vert"/>
          </p:nvPr>
        </p:nvSpPr>
        <p:spPr>
          <a:xfrm>
            <a:off x="9899079" y="1079500"/>
            <a:ext cx="1292662" cy="4689476"/>
          </a:xfrm>
        </p:spPr>
        <p:txBody>
          <a:bodyPr vert="eaVert">
            <a:normAutofit/>
          </a:bodyPr>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BAE424B6-12FC-41A1-AF7C-7E3931D97204}"/>
              </a:ext>
            </a:extLst>
          </p:cNvPr>
          <p:cNvSpPr>
            <a:spLocks noGrp="1"/>
          </p:cNvSpPr>
          <p:nvPr>
            <p:ph type="body" orient="vert" idx="1"/>
          </p:nvPr>
        </p:nvSpPr>
        <p:spPr>
          <a:xfrm>
            <a:off x="1079499" y="1079500"/>
            <a:ext cx="8495943" cy="4689476"/>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735CF957-F921-48CF-97FE-91190C1AE9B3}"/>
              </a:ext>
            </a:extLst>
          </p:cNvPr>
          <p:cNvSpPr>
            <a:spLocks noGrp="1"/>
          </p:cNvSpPr>
          <p:nvPr>
            <p:ph type="dt" sz="half" idx="10"/>
          </p:nvPr>
        </p:nvSpPr>
        <p:spPr>
          <a:xfrm>
            <a:off x="541338" y="6401999"/>
            <a:ext cx="2206625" cy="369332"/>
          </a:xfrm>
          <a:prstGeom prst="rect">
            <a:avLst/>
          </a:prstGeom>
        </p:spPr>
        <p:txBody>
          <a:bodyPr/>
          <a:lstStyle/>
          <a:p>
            <a:fld id="{64F0E216-BA48-4F04-AC4F-645AA0DD6AC6}" type="datetimeFigureOut">
              <a:rPr lang="en-US" smtClean="0"/>
              <a:t>1/20/2025</a:t>
            </a:fld>
            <a:endParaRPr lang="en-US"/>
          </a:p>
        </p:txBody>
      </p:sp>
      <p:sp>
        <p:nvSpPr>
          <p:cNvPr id="5" name="Footer Placeholder 4">
            <a:extLst>
              <a:ext uri="{FF2B5EF4-FFF2-40B4-BE49-F238E27FC236}">
                <a16:creationId xmlns:a16="http://schemas.microsoft.com/office/drawing/2014/main" id="{6653F49D-6E0C-47F7-BAAD-A427913DC4D1}"/>
              </a:ext>
            </a:extLst>
          </p:cNvPr>
          <p:cNvSpPr>
            <a:spLocks noGrp="1"/>
          </p:cNvSpPr>
          <p:nvPr>
            <p:ph type="ftr" sz="quarter" idx="11"/>
          </p:nvPr>
        </p:nvSpPr>
        <p:spPr>
          <a:xfrm>
            <a:off x="3308350" y="6401999"/>
            <a:ext cx="5575300" cy="369332"/>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B038A122-F390-46CF-BECF-3AE05CA585C4}"/>
              </a:ext>
            </a:extLst>
          </p:cNvPr>
          <p:cNvSpPr>
            <a:spLocks noGrp="1"/>
          </p:cNvSpPr>
          <p:nvPr>
            <p:ph type="sldNum" sz="quarter" idx="12"/>
          </p:nvPr>
        </p:nvSpPr>
        <p:spPr>
          <a:xfrm>
            <a:off x="9442800" y="6401999"/>
            <a:ext cx="2208212" cy="369332"/>
          </a:xfrm>
          <a:prstGeom prst="rect">
            <a:avLst/>
          </a:prstGeom>
        </p:spPr>
        <p:txBody>
          <a:bodyPr/>
          <a:lstStyle/>
          <a:p>
            <a:fld id="{D39607A7-8386-47DB-8578-DDEDD194E5D4}" type="slidenum">
              <a:rPr lang="en-US" smtClean="0"/>
              <a:t>‹#›</a:t>
            </a:fld>
            <a:endParaRPr lang="en-US"/>
          </a:p>
        </p:txBody>
      </p:sp>
    </p:spTree>
    <p:extLst>
      <p:ext uri="{BB962C8B-B14F-4D97-AF65-F5344CB8AC3E}">
        <p14:creationId xmlns:p14="http://schemas.microsoft.com/office/powerpoint/2010/main" val="377758080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5756FB-E05E-443F-88A1-CFC90638997C}"/>
              </a:ext>
            </a:extLst>
          </p:cNvPr>
          <p:cNvSpPr>
            <a:spLocks noGrp="1"/>
          </p:cNvSpPr>
          <p:nvPr>
            <p:ph type="ctrTitle"/>
          </p:nvPr>
        </p:nvSpPr>
        <p:spPr>
          <a:xfrm>
            <a:off x="1084727" y="1597961"/>
            <a:ext cx="9144000" cy="31623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3C5DA97A-281B-4A77-9D2C-C5E6A860E645}"/>
              </a:ext>
            </a:extLst>
          </p:cNvPr>
          <p:cNvSpPr>
            <a:spLocks noGrp="1"/>
          </p:cNvSpPr>
          <p:nvPr>
            <p:ph type="subTitle" idx="1"/>
          </p:nvPr>
        </p:nvSpPr>
        <p:spPr>
          <a:xfrm>
            <a:off x="1084727" y="4902488"/>
            <a:ext cx="9144000" cy="985075"/>
          </a:xfrm>
        </p:spPr>
        <p:txBody>
          <a:bodyPr>
            <a:normAutofit/>
          </a:bodyPr>
          <a:lstStyle>
            <a:lvl1pPr marL="0" indent="0" algn="l">
              <a:buNone/>
              <a:defRPr sz="18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A5FD7BAE-E194-4223-BB4E-5E487863F5BE}"/>
              </a:ext>
            </a:extLst>
          </p:cNvPr>
          <p:cNvSpPr>
            <a:spLocks noGrp="1"/>
          </p:cNvSpPr>
          <p:nvPr>
            <p:ph type="dt" sz="half" idx="10"/>
          </p:nvPr>
        </p:nvSpPr>
        <p:spPr/>
        <p:txBody>
          <a:bodyPr/>
          <a:lstStyle/>
          <a:p>
            <a:fld id="{8C28A28C-4C6A-46EA-90C0-4EE0B89CC5C7}" type="datetimeFigureOut">
              <a:rPr lang="en-US" smtClean="0"/>
              <a:t>1/20/2025</a:t>
            </a:fld>
            <a:endParaRPr lang="en-US" dirty="0"/>
          </a:p>
        </p:txBody>
      </p:sp>
      <p:sp>
        <p:nvSpPr>
          <p:cNvPr id="5" name="Footer Placeholder 4">
            <a:extLst>
              <a:ext uri="{FF2B5EF4-FFF2-40B4-BE49-F238E27FC236}">
                <a16:creationId xmlns:a16="http://schemas.microsoft.com/office/drawing/2014/main" id="{9721F6C9-7279-4DF8-9462-3EFEFA03FB5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C457072-0A38-49AD-8D0D-0E42DD488E4F}"/>
              </a:ext>
            </a:extLst>
          </p:cNvPr>
          <p:cNvSpPr>
            <a:spLocks noGrp="1"/>
          </p:cNvSpPr>
          <p:nvPr>
            <p:ph type="sldNum" sz="quarter" idx="12"/>
          </p:nvPr>
        </p:nvSpPr>
        <p:spPr/>
        <p:txBody>
          <a:bodyPr/>
          <a:lstStyle/>
          <a:p>
            <a:fld id="{5DEF7F31-0B8A-474A-B86C-91F381754329}" type="slidenum">
              <a:rPr lang="en-US" smtClean="0"/>
              <a:t>‹#›</a:t>
            </a:fld>
            <a:endParaRPr lang="en-US" dirty="0"/>
          </a:p>
        </p:txBody>
      </p:sp>
    </p:spTree>
    <p:extLst>
      <p:ext uri="{BB962C8B-B14F-4D97-AF65-F5344CB8AC3E}">
        <p14:creationId xmlns:p14="http://schemas.microsoft.com/office/powerpoint/2010/main" val="2337469104"/>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398199-C6CF-4DFF-A750-435F06CC748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2F2D5EB-F993-411F-9DBA-971321FC006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EA5D216-27F9-4078-8349-ABC9F614A5E7}"/>
              </a:ext>
            </a:extLst>
          </p:cNvPr>
          <p:cNvSpPr>
            <a:spLocks noGrp="1"/>
          </p:cNvSpPr>
          <p:nvPr>
            <p:ph type="dt" sz="half" idx="10"/>
          </p:nvPr>
        </p:nvSpPr>
        <p:spPr/>
        <p:txBody>
          <a:bodyPr/>
          <a:lstStyle/>
          <a:p>
            <a:fld id="{8C28A28C-4C6A-46EA-90C0-4EE0B89CC5C7}" type="datetimeFigureOut">
              <a:rPr lang="en-US" smtClean="0"/>
              <a:t>1/20/2025</a:t>
            </a:fld>
            <a:endParaRPr lang="en-US"/>
          </a:p>
        </p:txBody>
      </p:sp>
      <p:sp>
        <p:nvSpPr>
          <p:cNvPr id="5" name="Footer Placeholder 4">
            <a:extLst>
              <a:ext uri="{FF2B5EF4-FFF2-40B4-BE49-F238E27FC236}">
                <a16:creationId xmlns:a16="http://schemas.microsoft.com/office/drawing/2014/main" id="{4384F8A8-FBA7-4F25-ADEA-AF346495DEA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F4609F8-5897-4724-8FA6-3EFDE8F2DD79}"/>
              </a:ext>
            </a:extLst>
          </p:cNvPr>
          <p:cNvSpPr>
            <a:spLocks noGrp="1"/>
          </p:cNvSpPr>
          <p:nvPr>
            <p:ph type="sldNum" sz="quarter" idx="12"/>
          </p:nvPr>
        </p:nvSpPr>
        <p:spPr/>
        <p:txBody>
          <a:bodyPr/>
          <a:lstStyle/>
          <a:p>
            <a:fld id="{5DEF7F31-0B8A-474A-B86C-91F381754329}" type="slidenum">
              <a:rPr lang="en-US" smtClean="0"/>
              <a:t>‹#›</a:t>
            </a:fld>
            <a:endParaRPr lang="en-US"/>
          </a:p>
        </p:txBody>
      </p:sp>
    </p:spTree>
    <p:extLst>
      <p:ext uri="{BB962C8B-B14F-4D97-AF65-F5344CB8AC3E}">
        <p14:creationId xmlns:p14="http://schemas.microsoft.com/office/powerpoint/2010/main" val="2296766727"/>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6C0F0C-7BA8-490D-B4C9-CCE145DCD19A}"/>
              </a:ext>
            </a:extLst>
          </p:cNvPr>
          <p:cNvSpPr>
            <a:spLocks noGrp="1"/>
          </p:cNvSpPr>
          <p:nvPr>
            <p:ph type="title"/>
          </p:nvPr>
        </p:nvSpPr>
        <p:spPr>
          <a:xfrm>
            <a:off x="1084726" y="1709738"/>
            <a:ext cx="9143999" cy="3050523"/>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290E61-B837-4BE4-9BC7-6AF706BCCA42}"/>
              </a:ext>
            </a:extLst>
          </p:cNvPr>
          <p:cNvSpPr>
            <a:spLocks noGrp="1"/>
          </p:cNvSpPr>
          <p:nvPr>
            <p:ph type="body" idx="1"/>
          </p:nvPr>
        </p:nvSpPr>
        <p:spPr>
          <a:xfrm>
            <a:off x="1084726" y="4902488"/>
            <a:ext cx="9143999" cy="985075"/>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E52E15F-E46D-44C6-9FB9-07B0BC545AEF}"/>
              </a:ext>
            </a:extLst>
          </p:cNvPr>
          <p:cNvSpPr>
            <a:spLocks noGrp="1"/>
          </p:cNvSpPr>
          <p:nvPr>
            <p:ph type="dt" sz="half" idx="10"/>
          </p:nvPr>
        </p:nvSpPr>
        <p:spPr/>
        <p:txBody>
          <a:bodyPr/>
          <a:lstStyle/>
          <a:p>
            <a:fld id="{8C28A28C-4C6A-46EA-90C0-4EE0B89CC5C7}" type="datetimeFigureOut">
              <a:rPr lang="en-US" smtClean="0"/>
              <a:t>1/20/2025</a:t>
            </a:fld>
            <a:endParaRPr lang="en-US"/>
          </a:p>
        </p:txBody>
      </p:sp>
      <p:sp>
        <p:nvSpPr>
          <p:cNvPr id="5" name="Footer Placeholder 4">
            <a:extLst>
              <a:ext uri="{FF2B5EF4-FFF2-40B4-BE49-F238E27FC236}">
                <a16:creationId xmlns:a16="http://schemas.microsoft.com/office/drawing/2014/main" id="{2EBF6955-3667-4857-B35A-9E12F798860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114B309-D15E-4FA1-9B8D-8C1F3B56C375}"/>
              </a:ext>
            </a:extLst>
          </p:cNvPr>
          <p:cNvSpPr>
            <a:spLocks noGrp="1"/>
          </p:cNvSpPr>
          <p:nvPr>
            <p:ph type="sldNum" sz="quarter" idx="12"/>
          </p:nvPr>
        </p:nvSpPr>
        <p:spPr/>
        <p:txBody>
          <a:bodyPr/>
          <a:lstStyle/>
          <a:p>
            <a:fld id="{5DEF7F31-0B8A-474A-B86C-91F381754329}" type="slidenum">
              <a:rPr lang="en-US" smtClean="0"/>
              <a:t>‹#›</a:t>
            </a:fld>
            <a:endParaRPr lang="en-US"/>
          </a:p>
        </p:txBody>
      </p:sp>
    </p:spTree>
    <p:extLst>
      <p:ext uri="{BB962C8B-B14F-4D97-AF65-F5344CB8AC3E}">
        <p14:creationId xmlns:p14="http://schemas.microsoft.com/office/powerpoint/2010/main" val="302306747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E219AB-91F9-4F80-9B5D-2E6FE925F02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F19F334-D0CF-4DFD-BAA9-3ECD639B1F1E}"/>
              </a:ext>
            </a:extLst>
          </p:cNvPr>
          <p:cNvSpPr>
            <a:spLocks noGrp="1"/>
          </p:cNvSpPr>
          <p:nvPr>
            <p:ph sz="half" idx="1"/>
          </p:nvPr>
        </p:nvSpPr>
        <p:spPr>
          <a:xfrm>
            <a:off x="1077362" y="2227809"/>
            <a:ext cx="4942438" cy="394915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15E0B5D-4613-4DA7-BA20-58B19BE8A496}"/>
              </a:ext>
            </a:extLst>
          </p:cNvPr>
          <p:cNvSpPr>
            <a:spLocks noGrp="1"/>
          </p:cNvSpPr>
          <p:nvPr>
            <p:ph sz="half" idx="2"/>
          </p:nvPr>
        </p:nvSpPr>
        <p:spPr>
          <a:xfrm>
            <a:off x="6172200" y="2227809"/>
            <a:ext cx="4855265" cy="394915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4F311AB-0603-424D-BC42-0CEAB3562BA4}"/>
              </a:ext>
            </a:extLst>
          </p:cNvPr>
          <p:cNvSpPr>
            <a:spLocks noGrp="1"/>
          </p:cNvSpPr>
          <p:nvPr>
            <p:ph type="dt" sz="half" idx="10"/>
          </p:nvPr>
        </p:nvSpPr>
        <p:spPr/>
        <p:txBody>
          <a:bodyPr/>
          <a:lstStyle/>
          <a:p>
            <a:fld id="{8C28A28C-4C6A-46EA-90C0-4EE0B89CC5C7}" type="datetimeFigureOut">
              <a:rPr lang="en-US" smtClean="0"/>
              <a:t>1/20/2025</a:t>
            </a:fld>
            <a:endParaRPr lang="en-US"/>
          </a:p>
        </p:txBody>
      </p:sp>
      <p:sp>
        <p:nvSpPr>
          <p:cNvPr id="6" name="Footer Placeholder 5">
            <a:extLst>
              <a:ext uri="{FF2B5EF4-FFF2-40B4-BE49-F238E27FC236}">
                <a16:creationId xmlns:a16="http://schemas.microsoft.com/office/drawing/2014/main" id="{7A3AA2AC-0C5F-4835-BE47-D780C29890E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06C54C0-DFDA-4778-9EE8-5E5C30E05412}"/>
              </a:ext>
            </a:extLst>
          </p:cNvPr>
          <p:cNvSpPr>
            <a:spLocks noGrp="1"/>
          </p:cNvSpPr>
          <p:nvPr>
            <p:ph type="sldNum" sz="quarter" idx="12"/>
          </p:nvPr>
        </p:nvSpPr>
        <p:spPr/>
        <p:txBody>
          <a:bodyPr/>
          <a:lstStyle/>
          <a:p>
            <a:fld id="{5DEF7F31-0B8A-474A-B86C-91F381754329}" type="slidenum">
              <a:rPr lang="en-US" smtClean="0"/>
              <a:t>‹#›</a:t>
            </a:fld>
            <a:endParaRPr lang="en-US"/>
          </a:p>
        </p:txBody>
      </p:sp>
    </p:spTree>
    <p:extLst>
      <p:ext uri="{BB962C8B-B14F-4D97-AF65-F5344CB8AC3E}">
        <p14:creationId xmlns:p14="http://schemas.microsoft.com/office/powerpoint/2010/main" val="401977673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9F3603-5B09-4916-8324-A6BDAB4E060E}"/>
              </a:ext>
            </a:extLst>
          </p:cNvPr>
          <p:cNvSpPr>
            <a:spLocks noGrp="1"/>
          </p:cNvSpPr>
          <p:nvPr>
            <p:ph type="title"/>
          </p:nvPr>
        </p:nvSpPr>
        <p:spPr>
          <a:xfrm>
            <a:off x="1084726" y="365125"/>
            <a:ext cx="9942739"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074073C-C15B-4218-9B84-6758955176E7}"/>
              </a:ext>
            </a:extLst>
          </p:cNvPr>
          <p:cNvSpPr>
            <a:spLocks noGrp="1"/>
          </p:cNvSpPr>
          <p:nvPr>
            <p:ph type="body" idx="1"/>
          </p:nvPr>
        </p:nvSpPr>
        <p:spPr>
          <a:xfrm>
            <a:off x="1084725" y="1681163"/>
            <a:ext cx="491285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4116D27-36F6-440B-A9BE-8B9499047CEF}"/>
              </a:ext>
            </a:extLst>
          </p:cNvPr>
          <p:cNvSpPr>
            <a:spLocks noGrp="1"/>
          </p:cNvSpPr>
          <p:nvPr>
            <p:ph sz="half" idx="2"/>
          </p:nvPr>
        </p:nvSpPr>
        <p:spPr>
          <a:xfrm>
            <a:off x="1084726" y="2505075"/>
            <a:ext cx="4912849" cy="368458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7C12010D-7AC4-4A70-A211-6A29274119DB}"/>
              </a:ext>
            </a:extLst>
          </p:cNvPr>
          <p:cNvSpPr>
            <a:spLocks noGrp="1"/>
          </p:cNvSpPr>
          <p:nvPr>
            <p:ph type="body" sz="quarter" idx="3"/>
          </p:nvPr>
        </p:nvSpPr>
        <p:spPr>
          <a:xfrm>
            <a:off x="6172200" y="1681163"/>
            <a:ext cx="4855265"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6AE85B5-3350-49A4-86A1-E5DAED491624}"/>
              </a:ext>
            </a:extLst>
          </p:cNvPr>
          <p:cNvSpPr>
            <a:spLocks noGrp="1"/>
          </p:cNvSpPr>
          <p:nvPr>
            <p:ph sz="quarter" idx="4"/>
          </p:nvPr>
        </p:nvSpPr>
        <p:spPr>
          <a:xfrm>
            <a:off x="6172200" y="2505075"/>
            <a:ext cx="4855265"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A73E874-D08B-4D81-B82D-5DF242E4A1AA}"/>
              </a:ext>
            </a:extLst>
          </p:cNvPr>
          <p:cNvSpPr>
            <a:spLocks noGrp="1"/>
          </p:cNvSpPr>
          <p:nvPr>
            <p:ph type="dt" sz="half" idx="10"/>
          </p:nvPr>
        </p:nvSpPr>
        <p:spPr/>
        <p:txBody>
          <a:bodyPr/>
          <a:lstStyle/>
          <a:p>
            <a:fld id="{8C28A28C-4C6A-46EA-90C0-4EE0B89CC5C7}" type="datetimeFigureOut">
              <a:rPr lang="en-US" smtClean="0"/>
              <a:t>1/20/2025</a:t>
            </a:fld>
            <a:endParaRPr lang="en-US"/>
          </a:p>
        </p:txBody>
      </p:sp>
      <p:sp>
        <p:nvSpPr>
          <p:cNvPr id="8" name="Footer Placeholder 7">
            <a:extLst>
              <a:ext uri="{FF2B5EF4-FFF2-40B4-BE49-F238E27FC236}">
                <a16:creationId xmlns:a16="http://schemas.microsoft.com/office/drawing/2014/main" id="{AE174067-0FFA-41C3-A3A6-E8907CC32DE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B7947985-FBC0-4118-8877-2E327F637DF5}"/>
              </a:ext>
            </a:extLst>
          </p:cNvPr>
          <p:cNvSpPr>
            <a:spLocks noGrp="1"/>
          </p:cNvSpPr>
          <p:nvPr>
            <p:ph type="sldNum" sz="quarter" idx="12"/>
          </p:nvPr>
        </p:nvSpPr>
        <p:spPr/>
        <p:txBody>
          <a:bodyPr/>
          <a:lstStyle/>
          <a:p>
            <a:fld id="{5DEF7F31-0B8A-474A-B86C-91F381754329}" type="slidenum">
              <a:rPr lang="en-US" smtClean="0"/>
              <a:t>‹#›</a:t>
            </a:fld>
            <a:endParaRPr lang="en-US"/>
          </a:p>
        </p:txBody>
      </p:sp>
    </p:spTree>
    <p:extLst>
      <p:ext uri="{BB962C8B-B14F-4D97-AF65-F5344CB8AC3E}">
        <p14:creationId xmlns:p14="http://schemas.microsoft.com/office/powerpoint/2010/main" val="806100240"/>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CE0282-3DE7-4AB9-83AC-AFEDD22AF34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1A7436C-706A-443F-86CD-4444C82818B2}"/>
              </a:ext>
            </a:extLst>
          </p:cNvPr>
          <p:cNvSpPr>
            <a:spLocks noGrp="1"/>
          </p:cNvSpPr>
          <p:nvPr>
            <p:ph type="dt" sz="half" idx="10"/>
          </p:nvPr>
        </p:nvSpPr>
        <p:spPr/>
        <p:txBody>
          <a:bodyPr/>
          <a:lstStyle/>
          <a:p>
            <a:fld id="{8C28A28C-4C6A-46EA-90C0-4EE0B89CC5C7}" type="datetimeFigureOut">
              <a:rPr lang="en-US" smtClean="0"/>
              <a:t>1/20/2025</a:t>
            </a:fld>
            <a:endParaRPr lang="en-US"/>
          </a:p>
        </p:txBody>
      </p:sp>
      <p:sp>
        <p:nvSpPr>
          <p:cNvPr id="4" name="Footer Placeholder 3">
            <a:extLst>
              <a:ext uri="{FF2B5EF4-FFF2-40B4-BE49-F238E27FC236}">
                <a16:creationId xmlns:a16="http://schemas.microsoft.com/office/drawing/2014/main" id="{09B53292-7EA5-45D0-957F-636A44FC06DE}"/>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476F59D-34BB-462C-B506-040B9E982FCB}"/>
              </a:ext>
            </a:extLst>
          </p:cNvPr>
          <p:cNvSpPr>
            <a:spLocks noGrp="1"/>
          </p:cNvSpPr>
          <p:nvPr>
            <p:ph type="sldNum" sz="quarter" idx="12"/>
          </p:nvPr>
        </p:nvSpPr>
        <p:spPr/>
        <p:txBody>
          <a:bodyPr/>
          <a:lstStyle/>
          <a:p>
            <a:fld id="{5DEF7F31-0B8A-474A-B86C-91F381754329}" type="slidenum">
              <a:rPr lang="en-US" smtClean="0"/>
              <a:t>‹#›</a:t>
            </a:fld>
            <a:endParaRPr lang="en-US"/>
          </a:p>
        </p:txBody>
      </p:sp>
    </p:spTree>
    <p:extLst>
      <p:ext uri="{BB962C8B-B14F-4D97-AF65-F5344CB8AC3E}">
        <p14:creationId xmlns:p14="http://schemas.microsoft.com/office/powerpoint/2010/main" val="415381793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BE55245-AB52-41B4-9B28-55E6527DA2F8}"/>
              </a:ext>
            </a:extLst>
          </p:cNvPr>
          <p:cNvSpPr>
            <a:spLocks noGrp="1"/>
          </p:cNvSpPr>
          <p:nvPr>
            <p:ph type="dt" sz="half" idx="10"/>
          </p:nvPr>
        </p:nvSpPr>
        <p:spPr/>
        <p:txBody>
          <a:bodyPr/>
          <a:lstStyle/>
          <a:p>
            <a:fld id="{8C28A28C-4C6A-46EA-90C0-4EE0B89CC5C7}" type="datetimeFigureOut">
              <a:rPr lang="en-US" smtClean="0"/>
              <a:t>1/20/2025</a:t>
            </a:fld>
            <a:endParaRPr lang="en-US"/>
          </a:p>
        </p:txBody>
      </p:sp>
      <p:sp>
        <p:nvSpPr>
          <p:cNvPr id="3" name="Footer Placeholder 2">
            <a:extLst>
              <a:ext uri="{FF2B5EF4-FFF2-40B4-BE49-F238E27FC236}">
                <a16:creationId xmlns:a16="http://schemas.microsoft.com/office/drawing/2014/main" id="{CA73B8AE-58B0-4FDF-8430-9D8D3DD5372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79E4D91-8619-43C1-841B-B5F47DE01739}"/>
              </a:ext>
            </a:extLst>
          </p:cNvPr>
          <p:cNvSpPr>
            <a:spLocks noGrp="1"/>
          </p:cNvSpPr>
          <p:nvPr>
            <p:ph type="sldNum" sz="quarter" idx="12"/>
          </p:nvPr>
        </p:nvSpPr>
        <p:spPr/>
        <p:txBody>
          <a:bodyPr/>
          <a:lstStyle/>
          <a:p>
            <a:fld id="{5DEF7F31-0B8A-474A-B86C-91F381754329}" type="slidenum">
              <a:rPr lang="en-US" smtClean="0"/>
              <a:t>‹#›</a:t>
            </a:fld>
            <a:endParaRPr lang="en-US"/>
          </a:p>
        </p:txBody>
      </p:sp>
    </p:spTree>
    <p:extLst>
      <p:ext uri="{BB962C8B-B14F-4D97-AF65-F5344CB8AC3E}">
        <p14:creationId xmlns:p14="http://schemas.microsoft.com/office/powerpoint/2010/main" val="2030526362"/>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5DA660-DF93-4947-B93F-BF118D3B5F80}"/>
              </a:ext>
            </a:extLst>
          </p:cNvPr>
          <p:cNvSpPr>
            <a:spLocks noGrp="1"/>
          </p:cNvSpPr>
          <p:nvPr>
            <p:ph type="title"/>
          </p:nvPr>
        </p:nvSpPr>
        <p:spPr>
          <a:xfrm>
            <a:off x="1084727" y="457200"/>
            <a:ext cx="3687298" cy="1600200"/>
          </a:xfrm>
        </p:spPr>
        <p:txBody>
          <a:bodyPr anchor="b"/>
          <a:lstStyle>
            <a:lvl1pPr>
              <a:defRPr sz="3200"/>
            </a:lvl1pPr>
          </a:lstStyle>
          <a:p>
            <a:r>
              <a:rPr lang="en-US" dirty="0"/>
              <a:t>Click to edit Master title style</a:t>
            </a:r>
          </a:p>
        </p:txBody>
      </p:sp>
      <p:sp>
        <p:nvSpPr>
          <p:cNvPr id="3" name="Content Placeholder 2">
            <a:extLst>
              <a:ext uri="{FF2B5EF4-FFF2-40B4-BE49-F238E27FC236}">
                <a16:creationId xmlns:a16="http://schemas.microsoft.com/office/drawing/2014/main" id="{02F0292E-B3E1-4FD6-A7FA-C165BAC21C28}"/>
              </a:ext>
            </a:extLst>
          </p:cNvPr>
          <p:cNvSpPr>
            <a:spLocks noGrp="1"/>
          </p:cNvSpPr>
          <p:nvPr>
            <p:ph idx="1"/>
          </p:nvPr>
        </p:nvSpPr>
        <p:spPr>
          <a:xfrm>
            <a:off x="5183188" y="987425"/>
            <a:ext cx="5844277" cy="4873625"/>
          </a:xfrm>
        </p:spPr>
        <p:txBody>
          <a:bodyPr>
            <a:normAutofit/>
          </a:bodyPr>
          <a:lstStyle>
            <a:lvl1pPr>
              <a:defRPr sz="2400"/>
            </a:lvl1pPr>
            <a:lvl2pPr>
              <a:defRPr sz="2000"/>
            </a:lvl2pPr>
            <a:lvl3pPr>
              <a:defRPr sz="1800"/>
            </a:lvl3pPr>
            <a:lvl4pPr>
              <a:defRPr sz="1600"/>
            </a:lvl4pPr>
            <a:lvl5pPr>
              <a:defRPr sz="16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a:extLst>
              <a:ext uri="{FF2B5EF4-FFF2-40B4-BE49-F238E27FC236}">
                <a16:creationId xmlns:a16="http://schemas.microsoft.com/office/drawing/2014/main" id="{EEFB0ECC-817B-4A71-AFB5-FC60A2BC3ABC}"/>
              </a:ext>
            </a:extLst>
          </p:cNvPr>
          <p:cNvSpPr>
            <a:spLocks noGrp="1"/>
          </p:cNvSpPr>
          <p:nvPr>
            <p:ph type="body" sz="half" idx="2"/>
          </p:nvPr>
        </p:nvSpPr>
        <p:spPr>
          <a:xfrm>
            <a:off x="1084727" y="2253343"/>
            <a:ext cx="3687298" cy="361564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a:extLst>
              <a:ext uri="{FF2B5EF4-FFF2-40B4-BE49-F238E27FC236}">
                <a16:creationId xmlns:a16="http://schemas.microsoft.com/office/drawing/2014/main" id="{17788E0B-6135-4F59-A35A-2CA1A8BA4ED2}"/>
              </a:ext>
            </a:extLst>
          </p:cNvPr>
          <p:cNvSpPr>
            <a:spLocks noGrp="1"/>
          </p:cNvSpPr>
          <p:nvPr>
            <p:ph type="dt" sz="half" idx="10"/>
          </p:nvPr>
        </p:nvSpPr>
        <p:spPr/>
        <p:txBody>
          <a:bodyPr/>
          <a:lstStyle/>
          <a:p>
            <a:fld id="{8C28A28C-4C6A-46EA-90C0-4EE0B89CC5C7}" type="datetimeFigureOut">
              <a:rPr lang="en-US" smtClean="0"/>
              <a:t>1/20/2025</a:t>
            </a:fld>
            <a:endParaRPr lang="en-US"/>
          </a:p>
        </p:txBody>
      </p:sp>
      <p:sp>
        <p:nvSpPr>
          <p:cNvPr id="6" name="Footer Placeholder 5">
            <a:extLst>
              <a:ext uri="{FF2B5EF4-FFF2-40B4-BE49-F238E27FC236}">
                <a16:creationId xmlns:a16="http://schemas.microsoft.com/office/drawing/2014/main" id="{FD0DEF36-4037-4E6D-988F-CC8E3F11C63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55C0D2D-D878-4723-A002-5A601EFB48A0}"/>
              </a:ext>
            </a:extLst>
          </p:cNvPr>
          <p:cNvSpPr>
            <a:spLocks noGrp="1"/>
          </p:cNvSpPr>
          <p:nvPr>
            <p:ph type="sldNum" sz="quarter" idx="12"/>
          </p:nvPr>
        </p:nvSpPr>
        <p:spPr/>
        <p:txBody>
          <a:bodyPr/>
          <a:lstStyle/>
          <a:p>
            <a:fld id="{5DEF7F31-0B8A-474A-B86C-91F381754329}" type="slidenum">
              <a:rPr lang="en-US" smtClean="0"/>
              <a:t>‹#›</a:t>
            </a:fld>
            <a:endParaRPr lang="en-US"/>
          </a:p>
        </p:txBody>
      </p:sp>
    </p:spTree>
    <p:extLst>
      <p:ext uri="{BB962C8B-B14F-4D97-AF65-F5344CB8AC3E}">
        <p14:creationId xmlns:p14="http://schemas.microsoft.com/office/powerpoint/2010/main" val="612902522"/>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5C59D5-B8A1-4C9C-A61F-E082A44330BB}"/>
              </a:ext>
            </a:extLst>
          </p:cNvPr>
          <p:cNvSpPr>
            <a:spLocks noGrp="1"/>
          </p:cNvSpPr>
          <p:nvPr>
            <p:ph type="title"/>
          </p:nvPr>
        </p:nvSpPr>
        <p:spPr>
          <a:xfrm>
            <a:off x="1084727" y="720433"/>
            <a:ext cx="3687298" cy="1587337"/>
          </a:xfrm>
        </p:spPr>
        <p:txBody>
          <a:bodyPr anchor="b"/>
          <a:lstStyle>
            <a:lvl1pPr>
              <a:defRPr sz="3200"/>
            </a:lvl1pPr>
          </a:lstStyle>
          <a:p>
            <a:r>
              <a:rPr lang="en-US" dirty="0"/>
              <a:t>Click to edit Master title style</a:t>
            </a:r>
          </a:p>
        </p:txBody>
      </p:sp>
      <p:sp>
        <p:nvSpPr>
          <p:cNvPr id="3" name="Picture Placeholder 2">
            <a:extLst>
              <a:ext uri="{FF2B5EF4-FFF2-40B4-BE49-F238E27FC236}">
                <a16:creationId xmlns:a16="http://schemas.microsoft.com/office/drawing/2014/main" id="{64CB4F5F-E6E7-45C3-B35C-80F81FB1A5E8}"/>
              </a:ext>
            </a:extLst>
          </p:cNvPr>
          <p:cNvSpPr>
            <a:spLocks noGrp="1"/>
          </p:cNvSpPr>
          <p:nvPr>
            <p:ph type="pic" idx="1"/>
          </p:nvPr>
        </p:nvSpPr>
        <p:spPr>
          <a:xfrm>
            <a:off x="5183188" y="987425"/>
            <a:ext cx="5827712"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6633AB7-4F8E-4A9F-AC15-89E6A6E00347}"/>
              </a:ext>
            </a:extLst>
          </p:cNvPr>
          <p:cNvSpPr>
            <a:spLocks noGrp="1"/>
          </p:cNvSpPr>
          <p:nvPr>
            <p:ph type="body" sz="half" idx="2"/>
          </p:nvPr>
        </p:nvSpPr>
        <p:spPr>
          <a:xfrm>
            <a:off x="1084727" y="2449286"/>
            <a:ext cx="3687298" cy="3419702"/>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a:extLst>
              <a:ext uri="{FF2B5EF4-FFF2-40B4-BE49-F238E27FC236}">
                <a16:creationId xmlns:a16="http://schemas.microsoft.com/office/drawing/2014/main" id="{C074B526-866D-4E11-A7F9-081BD4EDF484}"/>
              </a:ext>
            </a:extLst>
          </p:cNvPr>
          <p:cNvSpPr>
            <a:spLocks noGrp="1"/>
          </p:cNvSpPr>
          <p:nvPr>
            <p:ph type="dt" sz="half" idx="10"/>
          </p:nvPr>
        </p:nvSpPr>
        <p:spPr/>
        <p:txBody>
          <a:bodyPr/>
          <a:lstStyle/>
          <a:p>
            <a:fld id="{8C28A28C-4C6A-46EA-90C0-4EE0B89CC5C7}" type="datetimeFigureOut">
              <a:rPr lang="en-US" smtClean="0"/>
              <a:t>1/20/2025</a:t>
            </a:fld>
            <a:endParaRPr lang="en-US"/>
          </a:p>
        </p:txBody>
      </p:sp>
      <p:sp>
        <p:nvSpPr>
          <p:cNvPr id="6" name="Footer Placeholder 5">
            <a:extLst>
              <a:ext uri="{FF2B5EF4-FFF2-40B4-BE49-F238E27FC236}">
                <a16:creationId xmlns:a16="http://schemas.microsoft.com/office/drawing/2014/main" id="{CD758BF8-E962-4367-8495-62438FDD483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FC20AE1-C97D-4E6C-9DB2-B2904C2CF247}"/>
              </a:ext>
            </a:extLst>
          </p:cNvPr>
          <p:cNvSpPr>
            <a:spLocks noGrp="1"/>
          </p:cNvSpPr>
          <p:nvPr>
            <p:ph type="sldNum" sz="quarter" idx="12"/>
          </p:nvPr>
        </p:nvSpPr>
        <p:spPr/>
        <p:txBody>
          <a:bodyPr/>
          <a:lstStyle/>
          <a:p>
            <a:fld id="{5DEF7F31-0B8A-474A-B86C-91F381754329}" type="slidenum">
              <a:rPr lang="en-US" smtClean="0"/>
              <a:t>‹#›</a:t>
            </a:fld>
            <a:endParaRPr lang="en-US"/>
          </a:p>
        </p:txBody>
      </p:sp>
    </p:spTree>
    <p:extLst>
      <p:ext uri="{BB962C8B-B14F-4D97-AF65-F5344CB8AC3E}">
        <p14:creationId xmlns:p14="http://schemas.microsoft.com/office/powerpoint/2010/main" val="1300507498"/>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489E81-5CFF-4A28-B9C8-5D54E51DF202}"/>
              </a:ext>
            </a:extLst>
          </p:cNvPr>
          <p:cNvSpPr>
            <a:spLocks noGrp="1"/>
          </p:cNvSpPr>
          <p:nvPr>
            <p:ph type="title"/>
          </p:nvPr>
        </p:nvSpPr>
        <p:spPr/>
        <p:txBody>
          <a:bodyPr/>
          <a:lstStyle/>
          <a:p>
            <a:r>
              <a:rPr lang="en-US" dirty="0"/>
              <a:t>Click to edit Master title style</a:t>
            </a:r>
          </a:p>
        </p:txBody>
      </p:sp>
      <p:sp>
        <p:nvSpPr>
          <p:cNvPr id="3" name="Vertical Text Placeholder 2">
            <a:extLst>
              <a:ext uri="{FF2B5EF4-FFF2-40B4-BE49-F238E27FC236}">
                <a16:creationId xmlns:a16="http://schemas.microsoft.com/office/drawing/2014/main" id="{158A4CC8-DCB0-4E94-98A7-236E3D18667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DD1F802-21C2-44B2-A419-55469D826571}"/>
              </a:ext>
            </a:extLst>
          </p:cNvPr>
          <p:cNvSpPr>
            <a:spLocks noGrp="1"/>
          </p:cNvSpPr>
          <p:nvPr>
            <p:ph type="dt" sz="half" idx="10"/>
          </p:nvPr>
        </p:nvSpPr>
        <p:spPr/>
        <p:txBody>
          <a:bodyPr/>
          <a:lstStyle/>
          <a:p>
            <a:fld id="{8C28A28C-4C6A-46EA-90C0-4EE0B89CC5C7}" type="datetimeFigureOut">
              <a:rPr lang="en-US" smtClean="0"/>
              <a:t>1/20/2025</a:t>
            </a:fld>
            <a:endParaRPr lang="en-US"/>
          </a:p>
        </p:txBody>
      </p:sp>
      <p:sp>
        <p:nvSpPr>
          <p:cNvPr id="5" name="Footer Placeholder 4">
            <a:extLst>
              <a:ext uri="{FF2B5EF4-FFF2-40B4-BE49-F238E27FC236}">
                <a16:creationId xmlns:a16="http://schemas.microsoft.com/office/drawing/2014/main" id="{84BDB709-08FF-4C4A-8670-4CCA9146F94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5395375-1CC8-4950-8439-877451C4266D}"/>
              </a:ext>
            </a:extLst>
          </p:cNvPr>
          <p:cNvSpPr>
            <a:spLocks noGrp="1"/>
          </p:cNvSpPr>
          <p:nvPr>
            <p:ph type="sldNum" sz="quarter" idx="12"/>
          </p:nvPr>
        </p:nvSpPr>
        <p:spPr/>
        <p:txBody>
          <a:bodyPr/>
          <a:lstStyle/>
          <a:p>
            <a:fld id="{5DEF7F31-0B8A-474A-B86C-91F381754329}" type="slidenum">
              <a:rPr lang="en-US" smtClean="0"/>
              <a:t>‹#›</a:t>
            </a:fld>
            <a:endParaRPr lang="en-US"/>
          </a:p>
        </p:txBody>
      </p:sp>
    </p:spTree>
    <p:extLst>
      <p:ext uri="{BB962C8B-B14F-4D97-AF65-F5344CB8AC3E}">
        <p14:creationId xmlns:p14="http://schemas.microsoft.com/office/powerpoint/2010/main" val="426689026"/>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CE8BDF0-A155-454D-B3E2-AD15D0905A62}"/>
              </a:ext>
            </a:extLst>
          </p:cNvPr>
          <p:cNvSpPr>
            <a:spLocks noGrp="1"/>
          </p:cNvSpPr>
          <p:nvPr>
            <p:ph type="title" orient="vert"/>
          </p:nvPr>
        </p:nvSpPr>
        <p:spPr>
          <a:xfrm>
            <a:off x="9073242" y="827313"/>
            <a:ext cx="2280557" cy="5061857"/>
          </a:xfrm>
        </p:spPr>
        <p:txBody>
          <a:bodyPr vert="eaVert"/>
          <a:lstStyle/>
          <a:p>
            <a:r>
              <a:rPr lang="en-US" dirty="0"/>
              <a:t>Click to edit Master title style</a:t>
            </a:r>
          </a:p>
        </p:txBody>
      </p:sp>
      <p:sp>
        <p:nvSpPr>
          <p:cNvPr id="3" name="Vertical Text Placeholder 2">
            <a:extLst>
              <a:ext uri="{FF2B5EF4-FFF2-40B4-BE49-F238E27FC236}">
                <a16:creationId xmlns:a16="http://schemas.microsoft.com/office/drawing/2014/main" id="{07244E0D-96EC-4B35-BA5C-5DAFCC7281AE}"/>
              </a:ext>
            </a:extLst>
          </p:cNvPr>
          <p:cNvSpPr>
            <a:spLocks noGrp="1"/>
          </p:cNvSpPr>
          <p:nvPr>
            <p:ph type="body" orient="vert" idx="1"/>
          </p:nvPr>
        </p:nvSpPr>
        <p:spPr>
          <a:xfrm>
            <a:off x="838200" y="827313"/>
            <a:ext cx="8115300" cy="5061857"/>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13ADC4E-9FB1-439F-B0FB-47F47B3421A7}"/>
              </a:ext>
            </a:extLst>
          </p:cNvPr>
          <p:cNvSpPr>
            <a:spLocks noGrp="1"/>
          </p:cNvSpPr>
          <p:nvPr>
            <p:ph type="dt" sz="half" idx="10"/>
          </p:nvPr>
        </p:nvSpPr>
        <p:spPr/>
        <p:txBody>
          <a:bodyPr/>
          <a:lstStyle/>
          <a:p>
            <a:fld id="{8C28A28C-4C6A-46EA-90C0-4EE0B89CC5C7}" type="datetimeFigureOut">
              <a:rPr lang="en-US" smtClean="0"/>
              <a:t>1/20/2025</a:t>
            </a:fld>
            <a:endParaRPr lang="en-US"/>
          </a:p>
        </p:txBody>
      </p:sp>
      <p:sp>
        <p:nvSpPr>
          <p:cNvPr id="5" name="Footer Placeholder 4">
            <a:extLst>
              <a:ext uri="{FF2B5EF4-FFF2-40B4-BE49-F238E27FC236}">
                <a16:creationId xmlns:a16="http://schemas.microsoft.com/office/drawing/2014/main" id="{637EE406-061A-4440-BA75-3B684FC8482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A6D93CF-F5F3-4897-A51E-47D577FDD344}"/>
              </a:ext>
            </a:extLst>
          </p:cNvPr>
          <p:cNvSpPr>
            <a:spLocks noGrp="1"/>
          </p:cNvSpPr>
          <p:nvPr>
            <p:ph type="sldNum" sz="quarter" idx="12"/>
          </p:nvPr>
        </p:nvSpPr>
        <p:spPr/>
        <p:txBody>
          <a:bodyPr/>
          <a:lstStyle/>
          <a:p>
            <a:fld id="{5DEF7F31-0B8A-474A-B86C-91F381754329}" type="slidenum">
              <a:rPr lang="en-US" smtClean="0"/>
              <a:t>‹#›</a:t>
            </a:fld>
            <a:endParaRPr lang="en-US"/>
          </a:p>
        </p:txBody>
      </p:sp>
    </p:spTree>
    <p:extLst>
      <p:ext uri="{BB962C8B-B14F-4D97-AF65-F5344CB8AC3E}">
        <p14:creationId xmlns:p14="http://schemas.microsoft.com/office/powerpoint/2010/main" val="118632505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3" Type="http://schemas.openxmlformats.org/officeDocument/2006/relationships/slideLayout" Target="../slideLayouts/slideLayout25.xml"/><Relationship Id="rId7" Type="http://schemas.openxmlformats.org/officeDocument/2006/relationships/slideLayout" Target="../slideLayouts/slideLayout29.xml"/><Relationship Id="rId12" Type="http://schemas.openxmlformats.org/officeDocument/2006/relationships/theme" Target="../theme/theme3.xml"/><Relationship Id="rId2" Type="http://schemas.openxmlformats.org/officeDocument/2006/relationships/slideLayout" Target="../slideLayouts/slideLayout24.xml"/><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slideLayout" Target="../slideLayouts/slideLayout33.xml"/><Relationship Id="rId5" Type="http://schemas.openxmlformats.org/officeDocument/2006/relationships/slideLayout" Target="../slideLayouts/slideLayout27.xml"/><Relationship Id="rId10" Type="http://schemas.openxmlformats.org/officeDocument/2006/relationships/slideLayout" Target="../slideLayouts/slideLayout32.xml"/><Relationship Id="rId4" Type="http://schemas.openxmlformats.org/officeDocument/2006/relationships/slideLayout" Target="../slideLayouts/slideLayout26.xml"/><Relationship Id="rId9" Type="http://schemas.openxmlformats.org/officeDocument/2006/relationships/slideLayout" Target="../slideLayouts/slideLayout31.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1.xml"/><Relationship Id="rId3" Type="http://schemas.openxmlformats.org/officeDocument/2006/relationships/slideLayout" Target="../slideLayouts/slideLayout36.xml"/><Relationship Id="rId7" Type="http://schemas.openxmlformats.org/officeDocument/2006/relationships/slideLayout" Target="../slideLayouts/slideLayout40.xml"/><Relationship Id="rId12" Type="http://schemas.openxmlformats.org/officeDocument/2006/relationships/theme" Target="../theme/theme4.xml"/><Relationship Id="rId2" Type="http://schemas.openxmlformats.org/officeDocument/2006/relationships/slideLayout" Target="../slideLayouts/slideLayout35.xml"/><Relationship Id="rId1" Type="http://schemas.openxmlformats.org/officeDocument/2006/relationships/slideLayout" Target="../slideLayouts/slideLayout34.xml"/><Relationship Id="rId6" Type="http://schemas.openxmlformats.org/officeDocument/2006/relationships/slideLayout" Target="../slideLayouts/slideLayout39.xml"/><Relationship Id="rId11" Type="http://schemas.openxmlformats.org/officeDocument/2006/relationships/slideLayout" Target="../slideLayouts/slideLayout44.xml"/><Relationship Id="rId5" Type="http://schemas.openxmlformats.org/officeDocument/2006/relationships/slideLayout" Target="../slideLayouts/slideLayout38.xml"/><Relationship Id="rId10" Type="http://schemas.openxmlformats.org/officeDocument/2006/relationships/slideLayout" Target="../slideLayouts/slideLayout43.xml"/><Relationship Id="rId4" Type="http://schemas.openxmlformats.org/officeDocument/2006/relationships/slideLayout" Target="../slideLayouts/slideLayout37.xml"/><Relationship Id="rId9" Type="http://schemas.openxmlformats.org/officeDocument/2006/relationships/slideLayout" Target="../slideLayouts/slideLayout4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C700152-D18D-4405-8FB2-5985831B57A0}"/>
              </a:ext>
            </a:extLst>
          </p:cNvPr>
          <p:cNvSpPr>
            <a:spLocks noGrp="1"/>
          </p:cNvSpPr>
          <p:nvPr>
            <p:ph type="title"/>
          </p:nvPr>
        </p:nvSpPr>
        <p:spPr>
          <a:xfrm>
            <a:off x="1079500" y="1011238"/>
            <a:ext cx="10026650" cy="655637"/>
          </a:xfrm>
          <a:prstGeom prst="rect">
            <a:avLst/>
          </a:prstGeom>
        </p:spPr>
        <p:txBody>
          <a:bodyPr vert="horz" lIns="0" tIns="0" rIns="0" bIns="0" rtlCol="0" anchor="t" anchorCtr="0">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722E92E1-0C4A-474E-8E29-8DB404101BA7}"/>
              </a:ext>
            </a:extLst>
          </p:cNvPr>
          <p:cNvSpPr>
            <a:spLocks noGrp="1"/>
          </p:cNvSpPr>
          <p:nvPr>
            <p:ph type="body" idx="1"/>
          </p:nvPr>
        </p:nvSpPr>
        <p:spPr>
          <a:xfrm>
            <a:off x="1079500" y="1790700"/>
            <a:ext cx="10026650" cy="3978275"/>
          </a:xfrm>
          <a:prstGeom prst="rect">
            <a:avLst/>
          </a:prstGeom>
        </p:spPr>
        <p:txBody>
          <a:bodyPr vert="horz" lIns="0" tIns="0" rIns="0" bIns="0" rtlCol="0" anchor="t" anchorCtr="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B122E245-B48B-4526-8D2D-9475E64B0624}"/>
              </a:ext>
            </a:extLst>
          </p:cNvPr>
          <p:cNvSpPr>
            <a:spLocks noGrp="1"/>
          </p:cNvSpPr>
          <p:nvPr>
            <p:ph type="dt" sz="half" idx="2"/>
          </p:nvPr>
        </p:nvSpPr>
        <p:spPr>
          <a:xfrm>
            <a:off x="541338" y="6401999"/>
            <a:ext cx="2206625" cy="369332"/>
          </a:xfrm>
          <a:prstGeom prst="rect">
            <a:avLst/>
          </a:prstGeom>
        </p:spPr>
        <p:txBody>
          <a:bodyPr vert="horz" lIns="0" tIns="0" rIns="0" bIns="0" rtlCol="0" anchor="ctr">
            <a:normAutofit/>
          </a:bodyPr>
          <a:lstStyle>
            <a:lvl1pPr algn="l">
              <a:defRPr sz="1000" cap="all" spc="300" baseline="0">
                <a:solidFill>
                  <a:schemeClr val="tx1">
                    <a:alpha val="70000"/>
                  </a:schemeClr>
                </a:solidFill>
              </a:defRPr>
            </a:lvl1pPr>
          </a:lstStyle>
          <a:p>
            <a:fld id="{64F0E216-BA48-4F04-AC4F-645AA0DD6AC6}" type="datetimeFigureOut">
              <a:rPr lang="en-US" smtClean="0"/>
              <a:pPr/>
              <a:t>1/20/2025</a:t>
            </a:fld>
            <a:endParaRPr lang="en-US" dirty="0"/>
          </a:p>
        </p:txBody>
      </p:sp>
      <p:sp>
        <p:nvSpPr>
          <p:cNvPr id="5" name="Footer Placeholder 4">
            <a:extLst>
              <a:ext uri="{FF2B5EF4-FFF2-40B4-BE49-F238E27FC236}">
                <a16:creationId xmlns:a16="http://schemas.microsoft.com/office/drawing/2014/main" id="{C2A0FE5C-A494-40F2-A357-786AFFA6318E}"/>
              </a:ext>
            </a:extLst>
          </p:cNvPr>
          <p:cNvSpPr>
            <a:spLocks noGrp="1"/>
          </p:cNvSpPr>
          <p:nvPr>
            <p:ph type="ftr" sz="quarter" idx="3"/>
          </p:nvPr>
        </p:nvSpPr>
        <p:spPr>
          <a:xfrm>
            <a:off x="3308350" y="6401999"/>
            <a:ext cx="5575300" cy="369332"/>
          </a:xfrm>
          <a:prstGeom prst="rect">
            <a:avLst/>
          </a:prstGeom>
        </p:spPr>
        <p:txBody>
          <a:bodyPr vert="horz" lIns="0" tIns="0" rIns="0" bIns="0" rtlCol="0" anchor="ctr">
            <a:normAutofit/>
          </a:bodyPr>
          <a:lstStyle>
            <a:lvl1pPr algn="ctr">
              <a:defRPr sz="1000" cap="all" spc="300" baseline="0">
                <a:solidFill>
                  <a:schemeClr val="tx1">
                    <a:alpha val="70000"/>
                  </a:schemeClr>
                </a:solidFill>
              </a:defRPr>
            </a:lvl1pPr>
          </a:lstStyle>
          <a:p>
            <a:endParaRPr lang="en-US" dirty="0"/>
          </a:p>
        </p:txBody>
      </p:sp>
      <p:sp>
        <p:nvSpPr>
          <p:cNvPr id="6" name="Slide Number Placeholder 5">
            <a:extLst>
              <a:ext uri="{FF2B5EF4-FFF2-40B4-BE49-F238E27FC236}">
                <a16:creationId xmlns:a16="http://schemas.microsoft.com/office/drawing/2014/main" id="{504686A1-EDE2-44D9-A671-F708A6F883D7}"/>
              </a:ext>
            </a:extLst>
          </p:cNvPr>
          <p:cNvSpPr>
            <a:spLocks noGrp="1"/>
          </p:cNvSpPr>
          <p:nvPr>
            <p:ph type="sldNum" sz="quarter" idx="4"/>
          </p:nvPr>
        </p:nvSpPr>
        <p:spPr>
          <a:xfrm>
            <a:off x="9442800" y="6401999"/>
            <a:ext cx="2208212" cy="369332"/>
          </a:xfrm>
          <a:prstGeom prst="rect">
            <a:avLst/>
          </a:prstGeom>
        </p:spPr>
        <p:txBody>
          <a:bodyPr vert="horz" lIns="0" tIns="0" rIns="0" bIns="0" rtlCol="0" anchor="ctr">
            <a:normAutofit/>
          </a:bodyPr>
          <a:lstStyle>
            <a:lvl1pPr algn="r">
              <a:defRPr sz="1000" cap="all" spc="300" baseline="0">
                <a:solidFill>
                  <a:schemeClr val="tx1">
                    <a:alpha val="70000"/>
                  </a:schemeClr>
                </a:solidFill>
              </a:defRPr>
            </a:lvl1pPr>
          </a:lstStyle>
          <a:p>
            <a:fld id="{D39607A7-8386-47DB-8578-DDEDD194E5D4}" type="slidenum">
              <a:rPr lang="en-US" smtClean="0"/>
              <a:pPr/>
              <a:t>‹#›</a:t>
            </a:fld>
            <a:endParaRPr lang="en-US" dirty="0"/>
          </a:p>
        </p:txBody>
      </p:sp>
    </p:spTree>
    <p:extLst>
      <p:ext uri="{BB962C8B-B14F-4D97-AF65-F5344CB8AC3E}">
        <p14:creationId xmlns:p14="http://schemas.microsoft.com/office/powerpoint/2010/main" val="487087813"/>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100000"/>
        </a:lnSpc>
        <a:spcBef>
          <a:spcPct val="0"/>
        </a:spcBef>
        <a:buNone/>
        <a:defRPr sz="2800" kern="1200" cap="all" spc="400" baseline="0">
          <a:solidFill>
            <a:schemeClr val="tx1"/>
          </a:solidFill>
          <a:latin typeface="+mj-lt"/>
          <a:ea typeface="+mj-ea"/>
          <a:cs typeface="+mj-cs"/>
        </a:defRPr>
      </a:lvl1pPr>
    </p:titleStyle>
    <p:bodyStyle>
      <a:lvl1pPr marL="360000" indent="-360000" algn="l" defTabSz="914400" rtl="0" eaLnBrk="1" latinLnBrk="0" hangingPunct="1">
        <a:lnSpc>
          <a:spcPct val="125000"/>
        </a:lnSpc>
        <a:spcBef>
          <a:spcPts val="1000"/>
        </a:spcBef>
        <a:buClr>
          <a:schemeClr val="accent1">
            <a:lumMod val="60000"/>
            <a:lumOff val="40000"/>
          </a:schemeClr>
        </a:buClr>
        <a:buFont typeface="Wingdings" panose="05000000000000000000" pitchFamily="2" charset="2"/>
        <a:buChar char=""/>
        <a:defRPr sz="2000" kern="1200">
          <a:solidFill>
            <a:schemeClr val="tx1">
              <a:alpha val="70000"/>
            </a:schemeClr>
          </a:solidFill>
          <a:latin typeface="+mn-lt"/>
          <a:ea typeface="+mn-ea"/>
          <a:cs typeface="+mn-cs"/>
        </a:defRPr>
      </a:lvl1pPr>
      <a:lvl2pPr marL="360000" indent="0" algn="l" defTabSz="914400" rtl="0" eaLnBrk="1" latinLnBrk="0" hangingPunct="1">
        <a:lnSpc>
          <a:spcPct val="125000"/>
        </a:lnSpc>
        <a:spcBef>
          <a:spcPts val="500"/>
        </a:spcBef>
        <a:buClr>
          <a:schemeClr val="accent1">
            <a:lumMod val="60000"/>
            <a:lumOff val="40000"/>
          </a:schemeClr>
        </a:buClr>
        <a:buFontTx/>
        <a:buNone/>
        <a:defRPr sz="2000" i="1" kern="1200">
          <a:solidFill>
            <a:schemeClr val="tx1">
              <a:alpha val="70000"/>
            </a:schemeClr>
          </a:solidFill>
          <a:latin typeface="+mn-lt"/>
          <a:ea typeface="+mn-ea"/>
          <a:cs typeface="+mn-cs"/>
        </a:defRPr>
      </a:lvl2pPr>
      <a:lvl3pPr marL="1080000" indent="-360000" algn="l" defTabSz="914400" rtl="0" eaLnBrk="1" latinLnBrk="0" hangingPunct="1">
        <a:lnSpc>
          <a:spcPct val="125000"/>
        </a:lnSpc>
        <a:spcBef>
          <a:spcPts val="500"/>
        </a:spcBef>
        <a:buClr>
          <a:schemeClr val="accent1">
            <a:lumMod val="60000"/>
            <a:lumOff val="40000"/>
          </a:schemeClr>
        </a:buClr>
        <a:buFont typeface="Wingdings" panose="05000000000000000000" pitchFamily="2" charset="2"/>
        <a:buChar char=""/>
        <a:defRPr sz="2000" kern="1200">
          <a:solidFill>
            <a:schemeClr val="tx1">
              <a:alpha val="70000"/>
            </a:schemeClr>
          </a:solidFill>
          <a:latin typeface="+mn-lt"/>
          <a:ea typeface="+mn-ea"/>
          <a:cs typeface="+mn-cs"/>
        </a:defRPr>
      </a:lvl3pPr>
      <a:lvl4pPr marL="1080000" indent="0" algn="l" defTabSz="914400" rtl="0" eaLnBrk="1" latinLnBrk="0" hangingPunct="1">
        <a:lnSpc>
          <a:spcPct val="125000"/>
        </a:lnSpc>
        <a:spcBef>
          <a:spcPts val="500"/>
        </a:spcBef>
        <a:buClr>
          <a:schemeClr val="accent1">
            <a:lumMod val="60000"/>
            <a:lumOff val="40000"/>
          </a:schemeClr>
        </a:buClr>
        <a:buFontTx/>
        <a:buNone/>
        <a:defRPr sz="2000" i="1" kern="1200">
          <a:solidFill>
            <a:schemeClr val="tx1">
              <a:alpha val="70000"/>
            </a:schemeClr>
          </a:solidFill>
          <a:latin typeface="+mn-lt"/>
          <a:ea typeface="+mn-ea"/>
          <a:cs typeface="+mn-cs"/>
        </a:defRPr>
      </a:lvl4pPr>
      <a:lvl5pPr marL="1800000" indent="-360000" algn="l" defTabSz="914400" rtl="0" eaLnBrk="1" latinLnBrk="0" hangingPunct="1">
        <a:lnSpc>
          <a:spcPct val="125000"/>
        </a:lnSpc>
        <a:spcBef>
          <a:spcPts val="500"/>
        </a:spcBef>
        <a:buClr>
          <a:schemeClr val="accent1">
            <a:lumMod val="60000"/>
            <a:lumOff val="40000"/>
          </a:schemeClr>
        </a:buClr>
        <a:buFont typeface="Wingdings" panose="05000000000000000000" pitchFamily="2" charset="2"/>
        <a:buChar char=""/>
        <a:defRPr sz="2000" kern="1200">
          <a:solidFill>
            <a:schemeClr val="tx1">
              <a:alpha val="7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EA26A151-13BF-4305-A6DC-9DC7C9877195}"/>
              </a:ext>
            </a:extLst>
          </p:cNvPr>
          <p:cNvSpPr/>
          <p:nvPr/>
        </p:nvSpPr>
        <p:spPr>
          <a:xfrm>
            <a:off x="0" y="0"/>
            <a:ext cx="12192000" cy="229114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a:extLst>
              <a:ext uri="{FF2B5EF4-FFF2-40B4-BE49-F238E27FC236}">
                <a16:creationId xmlns:a16="http://schemas.microsoft.com/office/drawing/2014/main" id="{3DEE6AE3-3BCC-4B3B-AC4E-60F91014449A}"/>
              </a:ext>
            </a:extLst>
          </p:cNvPr>
          <p:cNvSpPr>
            <a:spLocks noGrp="1"/>
          </p:cNvSpPr>
          <p:nvPr>
            <p:ph type="title"/>
          </p:nvPr>
        </p:nvSpPr>
        <p:spPr>
          <a:xfrm>
            <a:off x="484552" y="365125"/>
            <a:ext cx="10869248" cy="1687513"/>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84CB514A-E7EA-41A8-ADBA-85CA1DF6D349}"/>
              </a:ext>
            </a:extLst>
          </p:cNvPr>
          <p:cNvSpPr>
            <a:spLocks noGrp="1"/>
          </p:cNvSpPr>
          <p:nvPr>
            <p:ph type="body" idx="1"/>
          </p:nvPr>
        </p:nvSpPr>
        <p:spPr>
          <a:xfrm>
            <a:off x="484552" y="2576513"/>
            <a:ext cx="10869248" cy="360045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319CB0BD-D6E3-4B3D-BCBB-6FECA5D6323C}"/>
              </a:ext>
            </a:extLst>
          </p:cNvPr>
          <p:cNvSpPr>
            <a:spLocks noGrp="1"/>
          </p:cNvSpPr>
          <p:nvPr>
            <p:ph type="dt" sz="half" idx="2"/>
          </p:nvPr>
        </p:nvSpPr>
        <p:spPr>
          <a:xfrm>
            <a:off x="146221" y="6357208"/>
            <a:ext cx="2743200" cy="365125"/>
          </a:xfrm>
          <a:prstGeom prst="rect">
            <a:avLst/>
          </a:prstGeom>
        </p:spPr>
        <p:txBody>
          <a:bodyPr vert="horz" lIns="91440" tIns="45720" rIns="91440" bIns="45720" rtlCol="0" anchor="ctr"/>
          <a:lstStyle>
            <a:lvl1pPr algn="l">
              <a:defRPr sz="900">
                <a:solidFill>
                  <a:schemeClr val="tx1">
                    <a:tint val="75000"/>
                  </a:schemeClr>
                </a:solidFill>
              </a:defRPr>
            </a:lvl1pPr>
          </a:lstStyle>
          <a:p>
            <a:fld id="{51FC8E16-3C03-4238-9C6F-B34F3D10F77E}" type="datetime1">
              <a:rPr lang="en-US" smtClean="0"/>
              <a:t>1/20/2025</a:t>
            </a:fld>
            <a:endParaRPr lang="en-US" dirty="0"/>
          </a:p>
        </p:txBody>
      </p:sp>
      <p:sp>
        <p:nvSpPr>
          <p:cNvPr id="5" name="Footer Placeholder 4">
            <a:extLst>
              <a:ext uri="{FF2B5EF4-FFF2-40B4-BE49-F238E27FC236}">
                <a16:creationId xmlns:a16="http://schemas.microsoft.com/office/drawing/2014/main" id="{A84147F7-B466-4892-BE27-876F947515C8}"/>
              </a:ext>
            </a:extLst>
          </p:cNvPr>
          <p:cNvSpPr>
            <a:spLocks noGrp="1"/>
          </p:cNvSpPr>
          <p:nvPr>
            <p:ph type="ftr" sz="quarter" idx="3"/>
          </p:nvPr>
        </p:nvSpPr>
        <p:spPr>
          <a:xfrm>
            <a:off x="6270162" y="6356350"/>
            <a:ext cx="4114800"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a:extLst>
              <a:ext uri="{FF2B5EF4-FFF2-40B4-BE49-F238E27FC236}">
                <a16:creationId xmlns:a16="http://schemas.microsoft.com/office/drawing/2014/main" id="{264B4FE0-65CC-4435-A6AF-150E52F35BB8}"/>
              </a:ext>
            </a:extLst>
          </p:cNvPr>
          <p:cNvSpPr>
            <a:spLocks noGrp="1"/>
          </p:cNvSpPr>
          <p:nvPr>
            <p:ph type="sldNum" sz="quarter" idx="4"/>
          </p:nvPr>
        </p:nvSpPr>
        <p:spPr>
          <a:xfrm>
            <a:off x="10764983" y="6356350"/>
            <a:ext cx="1280796"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1F646F3F-274D-499B-ABBE-824EB4ABDC3D}" type="slidenum">
              <a:rPr lang="en-US" smtClean="0"/>
              <a:pPr/>
              <a:t>‹#›</a:t>
            </a:fld>
            <a:endParaRPr lang="en-US" dirty="0"/>
          </a:p>
        </p:txBody>
      </p:sp>
    </p:spTree>
    <p:extLst>
      <p:ext uri="{BB962C8B-B14F-4D97-AF65-F5344CB8AC3E}">
        <p14:creationId xmlns:p14="http://schemas.microsoft.com/office/powerpoint/2010/main" val="359173847"/>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hf sldNum="0" hdr="0" ftr="0" dt="0"/>
  <p:txStyles>
    <p:titleStyle>
      <a:lvl1pPr algn="l" defTabSz="914400" rtl="0" eaLnBrk="1" latinLnBrk="0" hangingPunct="1">
        <a:lnSpc>
          <a:spcPct val="100000"/>
        </a:lnSpc>
        <a:spcBef>
          <a:spcPct val="0"/>
        </a:spcBef>
        <a:buNone/>
        <a:defRPr sz="5400" kern="1200">
          <a:solidFill>
            <a:schemeClr val="bg1"/>
          </a:solidFill>
          <a:latin typeface="+mj-lt"/>
          <a:ea typeface="+mj-ea"/>
          <a:cs typeface="+mj-cs"/>
        </a:defRPr>
      </a:lvl1pPr>
    </p:titleStyle>
    <p:bodyStyle>
      <a:lvl1pPr marL="0" indent="0" algn="l" defTabSz="914400" rtl="0" eaLnBrk="1" latinLnBrk="0" hangingPunct="1">
        <a:lnSpc>
          <a:spcPct val="120000"/>
        </a:lnSpc>
        <a:spcBef>
          <a:spcPts val="1000"/>
        </a:spcBef>
        <a:buFont typeface="Arial" panose="020B0604020202020204" pitchFamily="34" charset="0"/>
        <a:buNone/>
        <a:defRPr sz="2000" kern="1200">
          <a:solidFill>
            <a:schemeClr val="tx1"/>
          </a:solidFill>
          <a:latin typeface="+mn-lt"/>
          <a:ea typeface="+mn-ea"/>
          <a:cs typeface="+mn-cs"/>
        </a:defRPr>
      </a:lvl1pPr>
      <a:lvl2pPr marL="228600" indent="0" algn="l" defTabSz="914400" rtl="0" eaLnBrk="1" latinLnBrk="0" hangingPunct="1">
        <a:lnSpc>
          <a:spcPct val="120000"/>
        </a:lnSpc>
        <a:spcBef>
          <a:spcPts val="500"/>
        </a:spcBef>
        <a:buFont typeface="Arial" panose="020B0604020202020204" pitchFamily="34" charset="0"/>
        <a:buNone/>
        <a:defRPr sz="1800" kern="1200">
          <a:solidFill>
            <a:schemeClr val="tx1"/>
          </a:solidFill>
          <a:latin typeface="+mn-lt"/>
          <a:ea typeface="+mn-ea"/>
          <a:cs typeface="+mn-cs"/>
        </a:defRPr>
      </a:lvl2pPr>
      <a:lvl3pPr marL="457200" indent="0" algn="l" defTabSz="914400" rtl="0" eaLnBrk="1" latinLnBrk="0" hangingPunct="1">
        <a:lnSpc>
          <a:spcPct val="120000"/>
        </a:lnSpc>
        <a:spcBef>
          <a:spcPts val="500"/>
        </a:spcBef>
        <a:buFont typeface="Arial" panose="020B0604020202020204" pitchFamily="34" charset="0"/>
        <a:buNone/>
        <a:defRPr sz="1600" kern="1200">
          <a:solidFill>
            <a:schemeClr val="tx1"/>
          </a:solidFill>
          <a:latin typeface="+mn-lt"/>
          <a:ea typeface="+mn-ea"/>
          <a:cs typeface="+mn-cs"/>
        </a:defRPr>
      </a:lvl3pPr>
      <a:lvl4pPr marL="685800" indent="0" algn="l" defTabSz="914400" rtl="0" eaLnBrk="1" latinLnBrk="0" hangingPunct="1">
        <a:lnSpc>
          <a:spcPct val="120000"/>
        </a:lnSpc>
        <a:spcBef>
          <a:spcPts val="500"/>
        </a:spcBef>
        <a:buFont typeface="Arial" panose="020B0604020202020204" pitchFamily="34" charset="0"/>
        <a:buNone/>
        <a:defRPr sz="1400" kern="1200">
          <a:solidFill>
            <a:schemeClr val="tx1"/>
          </a:solidFill>
          <a:latin typeface="+mn-lt"/>
          <a:ea typeface="+mn-ea"/>
          <a:cs typeface="+mn-cs"/>
        </a:defRPr>
      </a:lvl4pPr>
      <a:lvl5pPr marL="914400" indent="0" algn="l" defTabSz="914400" rtl="0" eaLnBrk="1" latinLnBrk="0" hangingPunct="1">
        <a:lnSpc>
          <a:spcPct val="120000"/>
        </a:lnSpc>
        <a:spcBef>
          <a:spcPts val="500"/>
        </a:spcBef>
        <a:buFont typeface="Arial" panose="020B0604020202020204" pitchFamily="34" charset="0"/>
        <a:buNone/>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C700152-D18D-4405-8FB2-5985831B57A0}"/>
              </a:ext>
            </a:extLst>
          </p:cNvPr>
          <p:cNvSpPr>
            <a:spLocks noGrp="1"/>
          </p:cNvSpPr>
          <p:nvPr>
            <p:ph type="title"/>
          </p:nvPr>
        </p:nvSpPr>
        <p:spPr>
          <a:xfrm>
            <a:off x="1079500" y="1011238"/>
            <a:ext cx="10026650" cy="655637"/>
          </a:xfrm>
          <a:prstGeom prst="rect">
            <a:avLst/>
          </a:prstGeom>
        </p:spPr>
        <p:txBody>
          <a:bodyPr vert="horz" lIns="0" tIns="0" rIns="0" bIns="0" rtlCol="0" anchor="t" anchorCtr="0">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722E92E1-0C4A-474E-8E29-8DB404101BA7}"/>
              </a:ext>
            </a:extLst>
          </p:cNvPr>
          <p:cNvSpPr>
            <a:spLocks noGrp="1"/>
          </p:cNvSpPr>
          <p:nvPr>
            <p:ph type="body" idx="1"/>
          </p:nvPr>
        </p:nvSpPr>
        <p:spPr>
          <a:xfrm>
            <a:off x="1079500" y="1790700"/>
            <a:ext cx="10026650" cy="3978275"/>
          </a:xfrm>
          <a:prstGeom prst="rect">
            <a:avLst/>
          </a:prstGeom>
        </p:spPr>
        <p:txBody>
          <a:bodyPr vert="horz" lIns="0" tIns="0" rIns="0" bIns="0" rtlCol="0" anchor="t" anchorCtr="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B122E245-B48B-4526-8D2D-9475E64B0624}"/>
              </a:ext>
            </a:extLst>
          </p:cNvPr>
          <p:cNvSpPr>
            <a:spLocks noGrp="1"/>
          </p:cNvSpPr>
          <p:nvPr>
            <p:ph type="dt" sz="half" idx="2"/>
          </p:nvPr>
        </p:nvSpPr>
        <p:spPr>
          <a:xfrm>
            <a:off x="541338" y="6401999"/>
            <a:ext cx="2206625" cy="369332"/>
          </a:xfrm>
          <a:prstGeom prst="rect">
            <a:avLst/>
          </a:prstGeom>
        </p:spPr>
        <p:txBody>
          <a:bodyPr vert="horz" lIns="0" tIns="0" rIns="0" bIns="0" rtlCol="0" anchor="ctr">
            <a:normAutofit/>
          </a:bodyPr>
          <a:lstStyle>
            <a:lvl1pPr algn="l">
              <a:defRPr sz="1000" cap="all" spc="300" baseline="0">
                <a:solidFill>
                  <a:schemeClr val="tx1">
                    <a:alpha val="70000"/>
                  </a:schemeClr>
                </a:solidFill>
              </a:defRPr>
            </a:lvl1pPr>
          </a:lstStyle>
          <a:p>
            <a:fld id="{64F0E216-BA48-4F04-AC4F-645AA0DD6AC6}" type="datetimeFigureOut">
              <a:rPr lang="en-US" smtClean="0"/>
              <a:pPr/>
              <a:t>1/20/2025</a:t>
            </a:fld>
            <a:endParaRPr lang="en-US" dirty="0"/>
          </a:p>
        </p:txBody>
      </p:sp>
      <p:sp>
        <p:nvSpPr>
          <p:cNvPr id="5" name="Footer Placeholder 4">
            <a:extLst>
              <a:ext uri="{FF2B5EF4-FFF2-40B4-BE49-F238E27FC236}">
                <a16:creationId xmlns:a16="http://schemas.microsoft.com/office/drawing/2014/main" id="{C2A0FE5C-A494-40F2-A357-786AFFA6318E}"/>
              </a:ext>
            </a:extLst>
          </p:cNvPr>
          <p:cNvSpPr>
            <a:spLocks noGrp="1"/>
          </p:cNvSpPr>
          <p:nvPr>
            <p:ph type="ftr" sz="quarter" idx="3"/>
          </p:nvPr>
        </p:nvSpPr>
        <p:spPr>
          <a:xfrm>
            <a:off x="3308350" y="6401999"/>
            <a:ext cx="5575300" cy="369332"/>
          </a:xfrm>
          <a:prstGeom prst="rect">
            <a:avLst/>
          </a:prstGeom>
        </p:spPr>
        <p:txBody>
          <a:bodyPr vert="horz" lIns="0" tIns="0" rIns="0" bIns="0" rtlCol="0" anchor="ctr">
            <a:normAutofit/>
          </a:bodyPr>
          <a:lstStyle>
            <a:lvl1pPr algn="ctr">
              <a:defRPr sz="1000" cap="all" spc="300" baseline="0">
                <a:solidFill>
                  <a:schemeClr val="tx1">
                    <a:alpha val="70000"/>
                  </a:schemeClr>
                </a:solidFill>
              </a:defRPr>
            </a:lvl1pPr>
          </a:lstStyle>
          <a:p>
            <a:endParaRPr lang="en-US" dirty="0"/>
          </a:p>
        </p:txBody>
      </p:sp>
      <p:sp>
        <p:nvSpPr>
          <p:cNvPr id="6" name="Slide Number Placeholder 5">
            <a:extLst>
              <a:ext uri="{FF2B5EF4-FFF2-40B4-BE49-F238E27FC236}">
                <a16:creationId xmlns:a16="http://schemas.microsoft.com/office/drawing/2014/main" id="{504686A1-EDE2-44D9-A671-F708A6F883D7}"/>
              </a:ext>
            </a:extLst>
          </p:cNvPr>
          <p:cNvSpPr>
            <a:spLocks noGrp="1"/>
          </p:cNvSpPr>
          <p:nvPr>
            <p:ph type="sldNum" sz="quarter" idx="4"/>
          </p:nvPr>
        </p:nvSpPr>
        <p:spPr>
          <a:xfrm>
            <a:off x="9442800" y="6401999"/>
            <a:ext cx="2208212" cy="369332"/>
          </a:xfrm>
          <a:prstGeom prst="rect">
            <a:avLst/>
          </a:prstGeom>
        </p:spPr>
        <p:txBody>
          <a:bodyPr vert="horz" lIns="0" tIns="0" rIns="0" bIns="0" rtlCol="0" anchor="ctr">
            <a:normAutofit/>
          </a:bodyPr>
          <a:lstStyle>
            <a:lvl1pPr algn="r">
              <a:defRPr sz="1000" cap="all" spc="300" baseline="0">
                <a:solidFill>
                  <a:schemeClr val="tx1">
                    <a:alpha val="70000"/>
                  </a:schemeClr>
                </a:solidFill>
              </a:defRPr>
            </a:lvl1pPr>
          </a:lstStyle>
          <a:p>
            <a:fld id="{D39607A7-8386-47DB-8578-DDEDD194E5D4}" type="slidenum">
              <a:rPr lang="en-US" smtClean="0"/>
              <a:pPr/>
              <a:t>‹#›</a:t>
            </a:fld>
            <a:endParaRPr lang="en-US" dirty="0"/>
          </a:p>
        </p:txBody>
      </p:sp>
    </p:spTree>
    <p:extLst>
      <p:ext uri="{BB962C8B-B14F-4D97-AF65-F5344CB8AC3E}">
        <p14:creationId xmlns:p14="http://schemas.microsoft.com/office/powerpoint/2010/main" val="389703877"/>
      </p:ext>
    </p:extLst>
  </p:cSld>
  <p:clrMap bg1="dk1" tx1="lt1" bg2="dk2" tx2="lt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914400" rtl="0" eaLnBrk="1" latinLnBrk="0" hangingPunct="1">
        <a:lnSpc>
          <a:spcPct val="100000"/>
        </a:lnSpc>
        <a:spcBef>
          <a:spcPct val="0"/>
        </a:spcBef>
        <a:buNone/>
        <a:defRPr sz="2800" kern="1200" cap="all" spc="400" baseline="0">
          <a:solidFill>
            <a:schemeClr val="tx1"/>
          </a:solidFill>
          <a:latin typeface="+mj-lt"/>
          <a:ea typeface="+mj-ea"/>
          <a:cs typeface="+mj-cs"/>
        </a:defRPr>
      </a:lvl1pPr>
    </p:titleStyle>
    <p:bodyStyle>
      <a:lvl1pPr marL="360000" indent="-360000" algn="l" defTabSz="914400" rtl="0" eaLnBrk="1" latinLnBrk="0" hangingPunct="1">
        <a:lnSpc>
          <a:spcPct val="125000"/>
        </a:lnSpc>
        <a:spcBef>
          <a:spcPts val="1000"/>
        </a:spcBef>
        <a:buClr>
          <a:schemeClr val="accent1">
            <a:lumMod val="60000"/>
            <a:lumOff val="40000"/>
          </a:schemeClr>
        </a:buClr>
        <a:buFont typeface="Wingdings" panose="05000000000000000000" pitchFamily="2" charset="2"/>
        <a:buChar char=""/>
        <a:defRPr sz="2000" kern="1200">
          <a:solidFill>
            <a:schemeClr val="tx1">
              <a:alpha val="70000"/>
            </a:schemeClr>
          </a:solidFill>
          <a:latin typeface="+mn-lt"/>
          <a:ea typeface="+mn-ea"/>
          <a:cs typeface="+mn-cs"/>
        </a:defRPr>
      </a:lvl1pPr>
      <a:lvl2pPr marL="360000" indent="0" algn="l" defTabSz="914400" rtl="0" eaLnBrk="1" latinLnBrk="0" hangingPunct="1">
        <a:lnSpc>
          <a:spcPct val="125000"/>
        </a:lnSpc>
        <a:spcBef>
          <a:spcPts val="500"/>
        </a:spcBef>
        <a:buClr>
          <a:schemeClr val="accent1">
            <a:lumMod val="60000"/>
            <a:lumOff val="40000"/>
          </a:schemeClr>
        </a:buClr>
        <a:buFontTx/>
        <a:buNone/>
        <a:defRPr sz="2000" i="1" kern="1200">
          <a:solidFill>
            <a:schemeClr val="tx1">
              <a:alpha val="70000"/>
            </a:schemeClr>
          </a:solidFill>
          <a:latin typeface="+mn-lt"/>
          <a:ea typeface="+mn-ea"/>
          <a:cs typeface="+mn-cs"/>
        </a:defRPr>
      </a:lvl2pPr>
      <a:lvl3pPr marL="1080000" indent="-360000" algn="l" defTabSz="914400" rtl="0" eaLnBrk="1" latinLnBrk="0" hangingPunct="1">
        <a:lnSpc>
          <a:spcPct val="125000"/>
        </a:lnSpc>
        <a:spcBef>
          <a:spcPts val="500"/>
        </a:spcBef>
        <a:buClr>
          <a:schemeClr val="accent1">
            <a:lumMod val="60000"/>
            <a:lumOff val="40000"/>
          </a:schemeClr>
        </a:buClr>
        <a:buFont typeface="Wingdings" panose="05000000000000000000" pitchFamily="2" charset="2"/>
        <a:buChar char=""/>
        <a:defRPr sz="2000" kern="1200">
          <a:solidFill>
            <a:schemeClr val="tx1">
              <a:alpha val="70000"/>
            </a:schemeClr>
          </a:solidFill>
          <a:latin typeface="+mn-lt"/>
          <a:ea typeface="+mn-ea"/>
          <a:cs typeface="+mn-cs"/>
        </a:defRPr>
      </a:lvl3pPr>
      <a:lvl4pPr marL="1080000" indent="0" algn="l" defTabSz="914400" rtl="0" eaLnBrk="1" latinLnBrk="0" hangingPunct="1">
        <a:lnSpc>
          <a:spcPct val="125000"/>
        </a:lnSpc>
        <a:spcBef>
          <a:spcPts val="500"/>
        </a:spcBef>
        <a:buClr>
          <a:schemeClr val="accent1">
            <a:lumMod val="60000"/>
            <a:lumOff val="40000"/>
          </a:schemeClr>
        </a:buClr>
        <a:buFontTx/>
        <a:buNone/>
        <a:defRPr sz="2000" i="1" kern="1200">
          <a:solidFill>
            <a:schemeClr val="tx1">
              <a:alpha val="70000"/>
            </a:schemeClr>
          </a:solidFill>
          <a:latin typeface="+mn-lt"/>
          <a:ea typeface="+mn-ea"/>
          <a:cs typeface="+mn-cs"/>
        </a:defRPr>
      </a:lvl4pPr>
      <a:lvl5pPr marL="1800000" indent="-360000" algn="l" defTabSz="914400" rtl="0" eaLnBrk="1" latinLnBrk="0" hangingPunct="1">
        <a:lnSpc>
          <a:spcPct val="125000"/>
        </a:lnSpc>
        <a:spcBef>
          <a:spcPts val="500"/>
        </a:spcBef>
        <a:buClr>
          <a:schemeClr val="accent1">
            <a:lumMod val="60000"/>
            <a:lumOff val="40000"/>
          </a:schemeClr>
        </a:buClr>
        <a:buFont typeface="Wingdings" panose="05000000000000000000" pitchFamily="2" charset="2"/>
        <a:buChar char=""/>
        <a:defRPr sz="2000" kern="1200">
          <a:solidFill>
            <a:schemeClr val="tx1">
              <a:alpha val="7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AE192E3E-68A9-4F36-936C-1C8D0B9EF132}"/>
              </a:ext>
            </a:extLst>
          </p:cNvPr>
          <p:cNvSpPr/>
          <p:nvPr/>
        </p:nvSpPr>
        <p:spPr>
          <a:xfrm>
            <a:off x="8803792" y="3455896"/>
            <a:ext cx="3388208" cy="3406341"/>
          </a:xfrm>
          <a:custGeom>
            <a:avLst/>
            <a:gdLst>
              <a:gd name="connsiteX0" fmla="*/ 3388058 w 3388208"/>
              <a:gd name="connsiteY0" fmla="*/ 0 h 3406341"/>
              <a:gd name="connsiteX1" fmla="*/ 3388208 w 3388208"/>
              <a:gd name="connsiteY1" fmla="*/ 0 h 3406341"/>
              <a:gd name="connsiteX2" fmla="*/ 3388208 w 3388208"/>
              <a:gd name="connsiteY2" fmla="*/ 3406341 h 3406341"/>
              <a:gd name="connsiteX3" fmla="*/ 0 w 3388208"/>
              <a:gd name="connsiteY3" fmla="*/ 3406341 h 3406341"/>
              <a:gd name="connsiteX4" fmla="*/ 79006 w 3388208"/>
              <a:gd name="connsiteY4" fmla="*/ 3404386 h 3406341"/>
              <a:gd name="connsiteX5" fmla="*/ 3383947 w 3388208"/>
              <a:gd name="connsiteY5" fmla="*/ 164274 h 34063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88208" h="3406341">
                <a:moveTo>
                  <a:pt x="3388058" y="0"/>
                </a:moveTo>
                <a:lnTo>
                  <a:pt x="3388208" y="0"/>
                </a:lnTo>
                <a:lnTo>
                  <a:pt x="3388208" y="3406341"/>
                </a:lnTo>
                <a:lnTo>
                  <a:pt x="0" y="3406341"/>
                </a:lnTo>
                <a:lnTo>
                  <a:pt x="79006" y="3404386"/>
                </a:lnTo>
                <a:cubicBezTo>
                  <a:pt x="1864742" y="3315784"/>
                  <a:pt x="3296223" y="1912901"/>
                  <a:pt x="3383947" y="164274"/>
                </a:cubicBezTo>
                <a:close/>
              </a:path>
            </a:pathLst>
          </a:cu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Placeholder 1">
            <a:extLst>
              <a:ext uri="{FF2B5EF4-FFF2-40B4-BE49-F238E27FC236}">
                <a16:creationId xmlns:a16="http://schemas.microsoft.com/office/drawing/2014/main" id="{3F214EB0-7E6D-4536-9350-5CB688B56F26}"/>
              </a:ext>
            </a:extLst>
          </p:cNvPr>
          <p:cNvSpPr>
            <a:spLocks noGrp="1"/>
          </p:cNvSpPr>
          <p:nvPr>
            <p:ph type="title"/>
          </p:nvPr>
        </p:nvSpPr>
        <p:spPr>
          <a:xfrm>
            <a:off x="1077362" y="720434"/>
            <a:ext cx="9950103" cy="1507376"/>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ABF5455E-4725-4924-BF7D-2E1FC9E391F8}"/>
              </a:ext>
            </a:extLst>
          </p:cNvPr>
          <p:cNvSpPr>
            <a:spLocks noGrp="1"/>
          </p:cNvSpPr>
          <p:nvPr>
            <p:ph type="body" idx="1"/>
          </p:nvPr>
        </p:nvSpPr>
        <p:spPr>
          <a:xfrm>
            <a:off x="1077362" y="2427316"/>
            <a:ext cx="9950103" cy="3513514"/>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2CAD9D9-1A1D-4438-9F3D-E5E58FD72F1F}"/>
              </a:ext>
            </a:extLst>
          </p:cNvPr>
          <p:cNvSpPr>
            <a:spLocks noGrp="1"/>
          </p:cNvSpPr>
          <p:nvPr>
            <p:ph type="dt" sz="half" idx="2"/>
          </p:nvPr>
        </p:nvSpPr>
        <p:spPr>
          <a:xfrm>
            <a:off x="9243751" y="6356350"/>
            <a:ext cx="2296603" cy="365125"/>
          </a:xfrm>
          <a:prstGeom prst="rect">
            <a:avLst/>
          </a:prstGeom>
        </p:spPr>
        <p:txBody>
          <a:bodyPr vert="horz" lIns="91440" tIns="45720" rIns="91440" bIns="45720" rtlCol="0" anchor="ctr"/>
          <a:lstStyle>
            <a:lvl1pPr algn="r">
              <a:defRPr sz="900">
                <a:solidFill>
                  <a:schemeClr val="bg1"/>
                </a:solidFill>
              </a:defRPr>
            </a:lvl1pPr>
          </a:lstStyle>
          <a:p>
            <a:fld id="{8C28A28C-4C6A-46EA-90C0-4EE0B89CC5C7}" type="datetimeFigureOut">
              <a:rPr lang="en-US" smtClean="0"/>
              <a:pPr/>
              <a:t>1/20/2025</a:t>
            </a:fld>
            <a:endParaRPr lang="en-US" dirty="0"/>
          </a:p>
        </p:txBody>
      </p:sp>
      <p:sp>
        <p:nvSpPr>
          <p:cNvPr id="5" name="Footer Placeholder 4">
            <a:extLst>
              <a:ext uri="{FF2B5EF4-FFF2-40B4-BE49-F238E27FC236}">
                <a16:creationId xmlns:a16="http://schemas.microsoft.com/office/drawing/2014/main" id="{AE80A827-D7BF-4CA4-8C29-5AE54ADA4787}"/>
              </a:ext>
            </a:extLst>
          </p:cNvPr>
          <p:cNvSpPr>
            <a:spLocks noGrp="1"/>
          </p:cNvSpPr>
          <p:nvPr>
            <p:ph type="ftr" sz="quarter" idx="3"/>
          </p:nvPr>
        </p:nvSpPr>
        <p:spPr>
          <a:xfrm rot="5400000">
            <a:off x="-1610380" y="1926575"/>
            <a:ext cx="3830351" cy="365125"/>
          </a:xfrm>
          <a:prstGeom prst="rect">
            <a:avLst/>
          </a:prstGeom>
        </p:spPr>
        <p:txBody>
          <a:bodyPr vert="horz" lIns="91440" tIns="45720" rIns="91440" bIns="45720" rtlCol="0" anchor="ctr"/>
          <a:lstStyle>
            <a:lvl1pPr algn="l">
              <a:defRPr sz="900">
                <a:solidFill>
                  <a:schemeClr val="tx1"/>
                </a:solidFill>
              </a:defRPr>
            </a:lvl1pPr>
          </a:lstStyle>
          <a:p>
            <a:endParaRPr lang="en-US" dirty="0"/>
          </a:p>
        </p:txBody>
      </p:sp>
      <p:sp>
        <p:nvSpPr>
          <p:cNvPr id="6" name="Slide Number Placeholder 5">
            <a:extLst>
              <a:ext uri="{FF2B5EF4-FFF2-40B4-BE49-F238E27FC236}">
                <a16:creationId xmlns:a16="http://schemas.microsoft.com/office/drawing/2014/main" id="{06717188-1DE1-4DA5-8161-21179E4ADEAE}"/>
              </a:ext>
            </a:extLst>
          </p:cNvPr>
          <p:cNvSpPr>
            <a:spLocks noGrp="1"/>
          </p:cNvSpPr>
          <p:nvPr>
            <p:ph type="sldNum" sz="quarter" idx="4"/>
          </p:nvPr>
        </p:nvSpPr>
        <p:spPr>
          <a:xfrm>
            <a:off x="11540355" y="6356350"/>
            <a:ext cx="410973" cy="365125"/>
          </a:xfrm>
          <a:prstGeom prst="rect">
            <a:avLst/>
          </a:prstGeom>
        </p:spPr>
        <p:txBody>
          <a:bodyPr vert="horz" lIns="91440" tIns="45720" rIns="91440" bIns="45720" rtlCol="0" anchor="ctr"/>
          <a:lstStyle>
            <a:lvl1pPr algn="r">
              <a:defRPr sz="900">
                <a:solidFill>
                  <a:schemeClr val="bg1"/>
                </a:solidFill>
              </a:defRPr>
            </a:lvl1pPr>
          </a:lstStyle>
          <a:p>
            <a:fld id="{5DEF7F31-0B8A-474A-B86C-91F381754329}" type="slidenum">
              <a:rPr lang="en-US" smtClean="0"/>
              <a:pPr/>
              <a:t>‹#›</a:t>
            </a:fld>
            <a:endParaRPr lang="en-US" dirty="0"/>
          </a:p>
        </p:txBody>
      </p:sp>
    </p:spTree>
    <p:extLst>
      <p:ext uri="{BB962C8B-B14F-4D97-AF65-F5344CB8AC3E}">
        <p14:creationId xmlns:p14="http://schemas.microsoft.com/office/powerpoint/2010/main" val="3019164904"/>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txStyles>
    <p:titleStyle>
      <a:lvl1pPr algn="l" defTabSz="914400" rtl="0" eaLnBrk="1" latinLnBrk="0" hangingPunct="1">
        <a:lnSpc>
          <a:spcPct val="110000"/>
        </a:lnSpc>
        <a:spcBef>
          <a:spcPct val="0"/>
        </a:spcBef>
        <a:buNone/>
        <a:defRPr sz="3200" b="1" kern="1200">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800" kern="1200">
          <a:solidFill>
            <a:schemeClr val="tx1"/>
          </a:solidFill>
          <a:latin typeface="+mn-lt"/>
          <a:ea typeface="+mn-ea"/>
          <a:cs typeface="+mn-cs"/>
        </a:defRPr>
      </a:lvl1pPr>
      <a:lvl2pPr marL="274320" indent="0" algn="l" defTabSz="914400" rtl="0" eaLnBrk="1" latinLnBrk="0" hangingPunct="1">
        <a:lnSpc>
          <a:spcPct val="120000"/>
        </a:lnSpc>
        <a:spcBef>
          <a:spcPts val="500"/>
        </a:spcBef>
        <a:buFontTx/>
        <a:buNone/>
        <a:defRPr sz="1600" b="1" kern="1200">
          <a:solidFill>
            <a:schemeClr val="tx1"/>
          </a:solidFill>
          <a:latin typeface="+mn-lt"/>
          <a:ea typeface="+mn-ea"/>
          <a:cs typeface="+mn-cs"/>
        </a:defRPr>
      </a:lvl2pPr>
      <a:lvl3pPr marL="54864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594360" indent="0" algn="l" defTabSz="914400" rtl="0" eaLnBrk="1" latinLnBrk="0" hangingPunct="1">
        <a:lnSpc>
          <a:spcPct val="120000"/>
        </a:lnSpc>
        <a:spcBef>
          <a:spcPts val="500"/>
        </a:spcBef>
        <a:buFontTx/>
        <a:buNone/>
        <a:defRPr sz="1200" b="1" kern="1200">
          <a:solidFill>
            <a:schemeClr val="tx1"/>
          </a:solidFill>
          <a:latin typeface="+mn-lt"/>
          <a:ea typeface="+mn-ea"/>
          <a:cs typeface="+mn-cs"/>
        </a:defRPr>
      </a:lvl4pPr>
      <a:lvl5pPr marL="82296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3.xm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34.xml"/></Relationships>
</file>

<file path=ppt/slides/_rels/slide4.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137" name="Rectangle 136">
            <a:extLst>
              <a:ext uri="{FF2B5EF4-FFF2-40B4-BE49-F238E27FC236}">
                <a16:creationId xmlns:a16="http://schemas.microsoft.com/office/drawing/2014/main" id="{DB66C9CD-6BF4-44CA-8078-0BB8190807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Next LT Pro Light"/>
              <a:ea typeface="+mn-ea"/>
              <a:cs typeface="+mn-cs"/>
            </a:endParaRPr>
          </a:p>
        </p:txBody>
      </p:sp>
      <p:sp>
        <p:nvSpPr>
          <p:cNvPr id="2" name="Title 1">
            <a:extLst>
              <a:ext uri="{FF2B5EF4-FFF2-40B4-BE49-F238E27FC236}">
                <a16:creationId xmlns:a16="http://schemas.microsoft.com/office/drawing/2014/main" id="{F44E628D-6ACA-0747-CB40-75D47B91B8E9}"/>
              </a:ext>
            </a:extLst>
          </p:cNvPr>
          <p:cNvSpPr>
            <a:spLocks noGrp="1"/>
          </p:cNvSpPr>
          <p:nvPr>
            <p:ph type="ctrTitle"/>
          </p:nvPr>
        </p:nvSpPr>
        <p:spPr>
          <a:xfrm>
            <a:off x="1080000" y="862151"/>
            <a:ext cx="6120000" cy="1009486"/>
          </a:xfrm>
        </p:spPr>
        <p:txBody>
          <a:bodyPr vert="horz" lIns="0" tIns="0" rIns="0" bIns="0" rtlCol="0" anchor="b" anchorCtr="0">
            <a:normAutofit/>
          </a:bodyPr>
          <a:lstStyle/>
          <a:p>
            <a:r>
              <a:rPr lang="en-US" dirty="0"/>
              <a:t>Key Features of Git</a:t>
            </a:r>
          </a:p>
        </p:txBody>
      </p:sp>
      <p:cxnSp>
        <p:nvCxnSpPr>
          <p:cNvPr id="139" name="Straight Connector 138">
            <a:extLst>
              <a:ext uri="{FF2B5EF4-FFF2-40B4-BE49-F238E27FC236}">
                <a16:creationId xmlns:a16="http://schemas.microsoft.com/office/drawing/2014/main" id="{77C6DF49-CBE3-4038-AC78-35DE4FD7CE8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3870000" y="2310207"/>
            <a:ext cx="540000" cy="0"/>
          </a:xfrm>
          <a:prstGeom prst="line">
            <a:avLst/>
          </a:prstGeom>
          <a:ln w="10160">
            <a:solidFill>
              <a:schemeClr val="tx1"/>
            </a:solidFill>
          </a:ln>
        </p:spPr>
        <p:style>
          <a:lnRef idx="1">
            <a:schemeClr val="accent1"/>
          </a:lnRef>
          <a:fillRef idx="0">
            <a:schemeClr val="accent1"/>
          </a:fillRef>
          <a:effectRef idx="0">
            <a:schemeClr val="accent1"/>
          </a:effectRef>
          <a:fontRef idx="minor">
            <a:schemeClr val="tx1"/>
          </a:fontRef>
        </p:style>
      </p:cxnSp>
      <p:sp>
        <p:nvSpPr>
          <p:cNvPr id="3" name="Subtitle 2">
            <a:extLst>
              <a:ext uri="{FF2B5EF4-FFF2-40B4-BE49-F238E27FC236}">
                <a16:creationId xmlns:a16="http://schemas.microsoft.com/office/drawing/2014/main" id="{C1C146FE-915C-3D71-65A9-2A9A46BF7704}"/>
              </a:ext>
            </a:extLst>
          </p:cNvPr>
          <p:cNvSpPr>
            <a:spLocks noGrp="1"/>
          </p:cNvSpPr>
          <p:nvPr>
            <p:ph type="subTitle" idx="1"/>
          </p:nvPr>
        </p:nvSpPr>
        <p:spPr>
          <a:xfrm>
            <a:off x="1080000" y="2759076"/>
            <a:ext cx="6121400" cy="3430707"/>
          </a:xfrm>
        </p:spPr>
        <p:txBody>
          <a:bodyPr vert="horz" lIns="0" tIns="0" rIns="0" bIns="0" rtlCol="0" anchor="t" anchorCtr="0">
            <a:noAutofit/>
          </a:bodyPr>
          <a:lstStyle/>
          <a:p>
            <a:pPr indent="-270000" algn="l">
              <a:lnSpc>
                <a:spcPct val="115000"/>
              </a:lnSpc>
              <a:buFont typeface="Arial" panose="020B0604020202020204" pitchFamily="34" charset="0"/>
              <a:buChar char="•"/>
            </a:pPr>
            <a:r>
              <a:rPr lang="en-US" sz="1400" b="1" spc="50" dirty="0"/>
              <a:t>Distributed Architecture</a:t>
            </a:r>
            <a:r>
              <a:rPr lang="en-US" sz="1400" spc="50" dirty="0"/>
              <a:t>: Central server and reduces the risk of data loss.</a:t>
            </a:r>
          </a:p>
          <a:p>
            <a:pPr indent="-270000" algn="l">
              <a:lnSpc>
                <a:spcPct val="115000"/>
              </a:lnSpc>
              <a:buFont typeface="Arial" panose="020B0604020202020204" pitchFamily="34" charset="0"/>
              <a:buChar char="•"/>
            </a:pPr>
            <a:r>
              <a:rPr lang="en-US" sz="1400" b="1" spc="50" dirty="0"/>
              <a:t>Branching and Merging</a:t>
            </a:r>
            <a:r>
              <a:rPr lang="en-US" sz="1400" spc="50" dirty="0"/>
              <a:t>: Git supports powerful branching and merging capabilities, allowing developers to work on different features or fixes simultaneously.</a:t>
            </a:r>
          </a:p>
          <a:p>
            <a:pPr indent="-270000" algn="l">
              <a:lnSpc>
                <a:spcPct val="115000"/>
              </a:lnSpc>
              <a:buFont typeface="Arial" panose="020B0604020202020204" pitchFamily="34" charset="0"/>
              <a:buChar char="•"/>
            </a:pPr>
            <a:r>
              <a:rPr lang="en-US" sz="1400" b="1" spc="50" dirty="0"/>
              <a:t>Staging Area</a:t>
            </a:r>
            <a:r>
              <a:rPr lang="en-US" sz="1400" spc="50" dirty="0"/>
              <a:t>: Before committing changes to the repository, developers can add files to a staging area.</a:t>
            </a:r>
          </a:p>
          <a:p>
            <a:pPr indent="-270000" algn="l">
              <a:lnSpc>
                <a:spcPct val="115000"/>
              </a:lnSpc>
              <a:buFont typeface="Arial" panose="020B0604020202020204" pitchFamily="34" charset="0"/>
              <a:buChar char="•"/>
            </a:pPr>
            <a:r>
              <a:rPr lang="en-US" sz="1400" b="1" spc="50" dirty="0"/>
              <a:t>Commit History</a:t>
            </a:r>
            <a:r>
              <a:rPr lang="en-US" sz="1400" spc="50" dirty="0"/>
              <a:t>: Git maintains a history of all changes made to the repository. </a:t>
            </a:r>
          </a:p>
          <a:p>
            <a:pPr indent="-270000" algn="l">
              <a:lnSpc>
                <a:spcPct val="115000"/>
              </a:lnSpc>
              <a:buFont typeface="Arial" panose="020B0604020202020204" pitchFamily="34" charset="0"/>
              <a:buChar char="•"/>
            </a:pPr>
            <a:r>
              <a:rPr lang="en-US" sz="1400" b="1" spc="50" dirty="0"/>
              <a:t>Collaboration</a:t>
            </a:r>
            <a:r>
              <a:rPr lang="en-US" sz="1400" spc="50" dirty="0"/>
              <a:t>: Developers can clone repositories, push and pull changes, and collaborate on code through pull requests and code reviews.</a:t>
            </a:r>
          </a:p>
        </p:txBody>
      </p:sp>
      <p:pic>
        <p:nvPicPr>
          <p:cNvPr id="69" name="Picture 68" descr="Different types of keys">
            <a:extLst>
              <a:ext uri="{FF2B5EF4-FFF2-40B4-BE49-F238E27FC236}">
                <a16:creationId xmlns:a16="http://schemas.microsoft.com/office/drawing/2014/main" id="{651E74DD-9F4B-8B1F-FAD6-480D3336C861}"/>
              </a:ext>
            </a:extLst>
          </p:cNvPr>
          <p:cNvPicPr>
            <a:picLocks noChangeAspect="1"/>
          </p:cNvPicPr>
          <p:nvPr/>
        </p:nvPicPr>
        <p:blipFill>
          <a:blip r:embed="rId3"/>
          <a:srcRect l="29800" r="33935" b="1"/>
          <a:stretch/>
        </p:blipFill>
        <p:spPr>
          <a:xfrm>
            <a:off x="8321011" y="10"/>
            <a:ext cx="3870989" cy="6857990"/>
          </a:xfrm>
          <a:prstGeom prst="rect">
            <a:avLst/>
          </a:prstGeom>
        </p:spPr>
      </p:pic>
    </p:spTree>
    <p:extLst>
      <p:ext uri="{BB962C8B-B14F-4D97-AF65-F5344CB8AC3E}">
        <p14:creationId xmlns:p14="http://schemas.microsoft.com/office/powerpoint/2010/main" val="202693955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DB66C9CD-6BF4-44CA-8078-0BB8190807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venir Next LT Pro Light"/>
              <a:ea typeface="+mn-ea"/>
              <a:cs typeface="+mn-cs"/>
            </a:endParaRPr>
          </a:p>
        </p:txBody>
      </p:sp>
      <p:sp>
        <p:nvSpPr>
          <p:cNvPr id="2" name="Title 1">
            <a:extLst>
              <a:ext uri="{FF2B5EF4-FFF2-40B4-BE49-F238E27FC236}">
                <a16:creationId xmlns:a16="http://schemas.microsoft.com/office/drawing/2014/main" id="{0E89540C-2CFB-4072-5F84-D874E1D35C76}"/>
              </a:ext>
            </a:extLst>
          </p:cNvPr>
          <p:cNvSpPr>
            <a:spLocks noGrp="1"/>
          </p:cNvSpPr>
          <p:nvPr>
            <p:ph type="ctrTitle"/>
          </p:nvPr>
        </p:nvSpPr>
        <p:spPr>
          <a:xfrm>
            <a:off x="4984750" y="1011237"/>
            <a:ext cx="6120000" cy="860400"/>
          </a:xfrm>
        </p:spPr>
        <p:txBody>
          <a:bodyPr vert="horz" lIns="0" tIns="0" rIns="0" bIns="0" rtlCol="0" anchor="b" anchorCtr="0">
            <a:normAutofit/>
          </a:bodyPr>
          <a:lstStyle/>
          <a:p>
            <a:pPr>
              <a:lnSpc>
                <a:spcPct val="90000"/>
              </a:lnSpc>
            </a:pPr>
            <a:br>
              <a:rPr lang="en-US" sz="2000" b="1">
                <a:effectLst/>
              </a:rPr>
            </a:br>
            <a:r>
              <a:rPr lang="en-US" sz="2000" b="1">
                <a:effectLst/>
              </a:rPr>
              <a:t>What is the Staging Area in Git (git add)</a:t>
            </a:r>
            <a:endParaRPr lang="en-US" sz="2000"/>
          </a:p>
        </p:txBody>
      </p:sp>
      <p:pic>
        <p:nvPicPr>
          <p:cNvPr id="4" name="Picture 3">
            <a:extLst>
              <a:ext uri="{FF2B5EF4-FFF2-40B4-BE49-F238E27FC236}">
                <a16:creationId xmlns:a16="http://schemas.microsoft.com/office/drawing/2014/main" id="{A57EF85A-DD02-B18E-8956-52B725418E13}"/>
              </a:ext>
            </a:extLst>
          </p:cNvPr>
          <p:cNvPicPr>
            <a:picLocks noChangeAspect="1"/>
          </p:cNvPicPr>
          <p:nvPr/>
        </p:nvPicPr>
        <p:blipFill>
          <a:blip r:embed="rId2"/>
          <a:srcRect l="26089" r="34117"/>
          <a:stretch/>
        </p:blipFill>
        <p:spPr>
          <a:xfrm>
            <a:off x="20" y="10"/>
            <a:ext cx="3870969" cy="6857990"/>
          </a:xfrm>
          <a:prstGeom prst="rect">
            <a:avLst/>
          </a:prstGeom>
        </p:spPr>
      </p:pic>
      <p:cxnSp>
        <p:nvCxnSpPr>
          <p:cNvPr id="11" name="Straight Connector 10">
            <a:extLst>
              <a:ext uri="{FF2B5EF4-FFF2-40B4-BE49-F238E27FC236}">
                <a16:creationId xmlns:a16="http://schemas.microsoft.com/office/drawing/2014/main" id="{77C6DF49-CBE3-4038-AC78-35DE4FD7CE8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774750" y="2310207"/>
            <a:ext cx="540000" cy="0"/>
          </a:xfrm>
          <a:prstGeom prst="line">
            <a:avLst/>
          </a:prstGeom>
          <a:ln w="10160">
            <a:solidFill>
              <a:schemeClr val="tx1"/>
            </a:solidFill>
          </a:ln>
        </p:spPr>
        <p:style>
          <a:lnRef idx="1">
            <a:schemeClr val="accent1"/>
          </a:lnRef>
          <a:fillRef idx="0">
            <a:schemeClr val="accent1"/>
          </a:fillRef>
          <a:effectRef idx="0">
            <a:schemeClr val="accent1"/>
          </a:effectRef>
          <a:fontRef idx="minor">
            <a:schemeClr val="tx1"/>
          </a:fontRef>
        </p:style>
      </p:cxnSp>
      <p:sp>
        <p:nvSpPr>
          <p:cNvPr id="3" name="Subtitle 2">
            <a:extLst>
              <a:ext uri="{FF2B5EF4-FFF2-40B4-BE49-F238E27FC236}">
                <a16:creationId xmlns:a16="http://schemas.microsoft.com/office/drawing/2014/main" id="{0CD21CF3-33C5-D72F-6F4A-D1D5FA5B01CD}"/>
              </a:ext>
            </a:extLst>
          </p:cNvPr>
          <p:cNvSpPr>
            <a:spLocks noGrp="1"/>
          </p:cNvSpPr>
          <p:nvPr>
            <p:ph type="subTitle" idx="1"/>
          </p:nvPr>
        </p:nvSpPr>
        <p:spPr>
          <a:xfrm>
            <a:off x="4984750" y="2759076"/>
            <a:ext cx="6121400" cy="3304839"/>
          </a:xfrm>
        </p:spPr>
        <p:txBody>
          <a:bodyPr vert="horz" lIns="0" tIns="0" rIns="0" bIns="0" rtlCol="0" anchor="t" anchorCtr="0">
            <a:normAutofit lnSpcReduction="10000"/>
          </a:bodyPr>
          <a:lstStyle/>
          <a:p>
            <a:pPr algn="l">
              <a:lnSpc>
                <a:spcPct val="115000"/>
              </a:lnSpc>
            </a:pPr>
            <a:r>
              <a:rPr lang="en-US" sz="1800" dirty="0">
                <a:effectLst/>
              </a:rPr>
              <a:t>The </a:t>
            </a:r>
            <a:r>
              <a:rPr lang="en-US" sz="1800" b="1" dirty="0">
                <a:effectLst/>
              </a:rPr>
              <a:t>staging area is a file</a:t>
            </a:r>
            <a:r>
              <a:rPr lang="en-US" sz="1800" dirty="0">
                <a:effectLst/>
              </a:rPr>
              <a:t>, generally contained in your Git directory, that stores information about what will go into your next commit. It allows you to review and control changes before they are committed.</a:t>
            </a:r>
          </a:p>
          <a:p>
            <a:pPr marL="285750" indent="-285750" algn="l">
              <a:lnSpc>
                <a:spcPct val="115000"/>
              </a:lnSpc>
              <a:buFont typeface="Arial" panose="020B0604020202020204" pitchFamily="34" charset="0"/>
              <a:buChar char="•"/>
            </a:pPr>
            <a:r>
              <a:rPr lang="en-US" sz="1800" b="1" dirty="0">
                <a:effectLst/>
              </a:rPr>
              <a:t>Stage a File</a:t>
            </a:r>
            <a:r>
              <a:rPr lang="en-US" sz="1800" dirty="0">
                <a:effectLst/>
              </a:rPr>
              <a:t>: To stage a specific file, run:</a:t>
            </a:r>
          </a:p>
          <a:p>
            <a:pPr>
              <a:lnSpc>
                <a:spcPct val="115000"/>
              </a:lnSpc>
            </a:pPr>
            <a:r>
              <a:rPr lang="en-US" sz="1800" b="1" dirty="0"/>
              <a:t>$ git add &lt;</a:t>
            </a:r>
            <a:r>
              <a:rPr lang="en-US" sz="1800" b="1" dirty="0" err="1"/>
              <a:t>file_name</a:t>
            </a:r>
            <a:r>
              <a:rPr lang="en-US" sz="1800" b="1" dirty="0"/>
              <a:t>&gt;</a:t>
            </a:r>
            <a:endParaRPr lang="en-US" sz="1800" b="1" dirty="0">
              <a:effectLst/>
            </a:endParaRPr>
          </a:p>
          <a:p>
            <a:pPr marL="285750" indent="-285750" algn="l">
              <a:lnSpc>
                <a:spcPct val="115000"/>
              </a:lnSpc>
              <a:buFont typeface="Arial" panose="020B0604020202020204" pitchFamily="34" charset="0"/>
              <a:buChar char="•"/>
            </a:pPr>
            <a:r>
              <a:rPr lang="en-US" sz="1800" b="1" dirty="0">
                <a:effectLst/>
              </a:rPr>
              <a:t>Stage All Changes: </a:t>
            </a:r>
            <a:r>
              <a:rPr lang="en-US" sz="1800" dirty="0">
                <a:effectLst/>
              </a:rPr>
              <a:t>To stage all changes at once, you can use</a:t>
            </a:r>
            <a:r>
              <a:rPr lang="en-US" sz="1800" b="1" dirty="0">
                <a:effectLst/>
              </a:rPr>
              <a:t>:</a:t>
            </a:r>
          </a:p>
          <a:p>
            <a:pPr>
              <a:lnSpc>
                <a:spcPct val="115000"/>
              </a:lnSpc>
            </a:pPr>
            <a:r>
              <a:rPr lang="en-US" sz="1800" b="1" dirty="0"/>
              <a:t>$ git add *</a:t>
            </a:r>
            <a:endParaRPr lang="en-US" sz="1800" b="1" dirty="0">
              <a:effectLst/>
            </a:endParaRPr>
          </a:p>
          <a:p>
            <a:pPr marL="285750" indent="-285750" algn="l">
              <a:lnSpc>
                <a:spcPct val="115000"/>
              </a:lnSpc>
              <a:buFont typeface="Arial" panose="020B0604020202020204" pitchFamily="34" charset="0"/>
              <a:buChar char="•"/>
            </a:pPr>
            <a:endParaRPr lang="en-US" sz="1600" dirty="0">
              <a:effectLst/>
            </a:endParaRPr>
          </a:p>
          <a:p>
            <a:pPr marL="342900" indent="-342900" algn="l">
              <a:lnSpc>
                <a:spcPct val="115000"/>
              </a:lnSpc>
              <a:buFont typeface="Arial" panose="020B0604020202020204" pitchFamily="34" charset="0"/>
              <a:buChar char="•"/>
            </a:pPr>
            <a:endParaRPr lang="en-US" sz="1600" dirty="0"/>
          </a:p>
        </p:txBody>
      </p:sp>
    </p:spTree>
    <p:extLst>
      <p:ext uri="{BB962C8B-B14F-4D97-AF65-F5344CB8AC3E}">
        <p14:creationId xmlns:p14="http://schemas.microsoft.com/office/powerpoint/2010/main" val="424248343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Freeform: Shape 19">
            <a:extLst>
              <a:ext uri="{FF2B5EF4-FFF2-40B4-BE49-F238E27FC236}">
                <a16:creationId xmlns:a16="http://schemas.microsoft.com/office/drawing/2014/main" id="{AE192E3E-68A9-4F36-936C-1C8D0B9EF13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803792" y="3455896"/>
            <a:ext cx="3388208" cy="3406341"/>
          </a:xfrm>
          <a:custGeom>
            <a:avLst/>
            <a:gdLst>
              <a:gd name="connsiteX0" fmla="*/ 3388058 w 3388208"/>
              <a:gd name="connsiteY0" fmla="*/ 0 h 3406341"/>
              <a:gd name="connsiteX1" fmla="*/ 3388208 w 3388208"/>
              <a:gd name="connsiteY1" fmla="*/ 0 h 3406341"/>
              <a:gd name="connsiteX2" fmla="*/ 3388208 w 3388208"/>
              <a:gd name="connsiteY2" fmla="*/ 3406341 h 3406341"/>
              <a:gd name="connsiteX3" fmla="*/ 0 w 3388208"/>
              <a:gd name="connsiteY3" fmla="*/ 3406341 h 3406341"/>
              <a:gd name="connsiteX4" fmla="*/ 79006 w 3388208"/>
              <a:gd name="connsiteY4" fmla="*/ 3404386 h 3406341"/>
              <a:gd name="connsiteX5" fmla="*/ 3383947 w 3388208"/>
              <a:gd name="connsiteY5" fmla="*/ 164274 h 34063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88208" h="3406341">
                <a:moveTo>
                  <a:pt x="3388058" y="0"/>
                </a:moveTo>
                <a:lnTo>
                  <a:pt x="3388208" y="0"/>
                </a:lnTo>
                <a:lnTo>
                  <a:pt x="3388208" y="3406341"/>
                </a:lnTo>
                <a:lnTo>
                  <a:pt x="0" y="3406341"/>
                </a:lnTo>
                <a:lnTo>
                  <a:pt x="79006" y="3404386"/>
                </a:lnTo>
                <a:cubicBezTo>
                  <a:pt x="1864742" y="3315784"/>
                  <a:pt x="3296223" y="1912901"/>
                  <a:pt x="3383947" y="164274"/>
                </a:cubicBezTo>
                <a:close/>
              </a:path>
            </a:pathLst>
          </a:cu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Next LT Pro Light"/>
              <a:ea typeface="+mn-ea"/>
              <a:cs typeface="+mn-cs"/>
            </a:endParaRPr>
          </a:p>
        </p:txBody>
      </p:sp>
      <p:sp useBgFill="1">
        <p:nvSpPr>
          <p:cNvPr id="22" name="Rectangle 21">
            <a:extLst>
              <a:ext uri="{FF2B5EF4-FFF2-40B4-BE49-F238E27FC236}">
                <a16:creationId xmlns:a16="http://schemas.microsoft.com/office/drawing/2014/main" id="{E9FF3597-294D-4BCC-9A3B-F73618BFB5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Next LT Pro Light"/>
              <a:ea typeface="+mn-ea"/>
              <a:cs typeface="+mn-cs"/>
            </a:endParaRPr>
          </a:p>
        </p:txBody>
      </p:sp>
      <p:sp>
        <p:nvSpPr>
          <p:cNvPr id="2" name="Title 1">
            <a:extLst>
              <a:ext uri="{FF2B5EF4-FFF2-40B4-BE49-F238E27FC236}">
                <a16:creationId xmlns:a16="http://schemas.microsoft.com/office/drawing/2014/main" id="{BEA098AC-C8A9-E0B9-536C-6F531AA27A0D}"/>
              </a:ext>
            </a:extLst>
          </p:cNvPr>
          <p:cNvSpPr>
            <a:spLocks noGrp="1"/>
          </p:cNvSpPr>
          <p:nvPr>
            <p:ph type="ctrTitle"/>
          </p:nvPr>
        </p:nvSpPr>
        <p:spPr>
          <a:xfrm>
            <a:off x="208547" y="216311"/>
            <a:ext cx="8139040" cy="393289"/>
          </a:xfrm>
        </p:spPr>
        <p:txBody>
          <a:bodyPr vert="horz" lIns="91440" tIns="45720" rIns="91440" bIns="45720" rtlCol="0" anchor="b">
            <a:normAutofit fontScale="90000"/>
          </a:bodyPr>
          <a:lstStyle/>
          <a:p>
            <a:r>
              <a:rPr lang="en-US" b="1" i="1" kern="1200" spc="100" baseline="0" dirty="0">
                <a:solidFill>
                  <a:srgbClr val="FFC000"/>
                </a:solidFill>
                <a:effectLst/>
                <a:latin typeface="+mj-lt"/>
                <a:ea typeface="+mj-ea"/>
                <a:cs typeface="+mj-cs"/>
              </a:rPr>
              <a:t>Introduction of Configuration Variables</a:t>
            </a:r>
          </a:p>
        </p:txBody>
      </p:sp>
      <p:sp>
        <p:nvSpPr>
          <p:cNvPr id="3" name="Subtitle 2">
            <a:extLst>
              <a:ext uri="{FF2B5EF4-FFF2-40B4-BE49-F238E27FC236}">
                <a16:creationId xmlns:a16="http://schemas.microsoft.com/office/drawing/2014/main" id="{E319C61E-28ED-9BD7-36AA-501FF9747003}"/>
              </a:ext>
            </a:extLst>
          </p:cNvPr>
          <p:cNvSpPr>
            <a:spLocks noGrp="1"/>
          </p:cNvSpPr>
          <p:nvPr>
            <p:ph type="subTitle" idx="1"/>
          </p:nvPr>
        </p:nvSpPr>
        <p:spPr>
          <a:xfrm>
            <a:off x="208547" y="747252"/>
            <a:ext cx="8069179" cy="5990432"/>
          </a:xfrm>
        </p:spPr>
        <p:txBody>
          <a:bodyPr vert="horz" lIns="91440" tIns="45720" rIns="91440" bIns="45720" rtlCol="0">
            <a:normAutofit fontScale="85000" lnSpcReduction="20000"/>
          </a:bodyPr>
          <a:lstStyle/>
          <a:p>
            <a:pPr marL="182880" indent="-342900">
              <a:lnSpc>
                <a:spcPct val="110000"/>
              </a:lnSpc>
              <a:buFont typeface="Arial" panose="020B0604020202020204" pitchFamily="34" charset="0"/>
              <a:buChar char="•"/>
            </a:pPr>
            <a:r>
              <a:rPr lang="en-US" sz="2000" dirty="0">
                <a:solidFill>
                  <a:srgbClr val="C00000"/>
                </a:solidFill>
                <a:effectLst/>
              </a:rPr>
              <a:t>System-level Configuration </a:t>
            </a:r>
          </a:p>
          <a:p>
            <a:pPr marL="182880" lvl="1" algn="l">
              <a:lnSpc>
                <a:spcPct val="110000"/>
              </a:lnSpc>
              <a:spcAft>
                <a:spcPts val="800"/>
              </a:spcAft>
            </a:pPr>
            <a:r>
              <a:rPr lang="en-US" sz="2100" dirty="0"/>
              <a:t>To set a system-level configuration variable, you need to have administrative privileges. Use the following command:</a:t>
            </a:r>
          </a:p>
          <a:p>
            <a:pPr marL="182880" lvl="1">
              <a:lnSpc>
                <a:spcPct val="110000"/>
              </a:lnSpc>
              <a:spcAft>
                <a:spcPts val="800"/>
              </a:spcAft>
            </a:pPr>
            <a:r>
              <a:rPr lang="en-US" sz="2100" dirty="0">
                <a:solidFill>
                  <a:srgbClr val="00B0F0"/>
                </a:solidFill>
              </a:rPr>
              <a:t>sudo git config --system &lt;variable&gt; &lt;value&gt;</a:t>
            </a:r>
          </a:p>
          <a:p>
            <a:pPr marL="182880" lvl="1" algn="l">
              <a:lnSpc>
                <a:spcPct val="110000"/>
              </a:lnSpc>
            </a:pPr>
            <a:r>
              <a:rPr lang="en-US" dirty="0">
                <a:effectLst/>
              </a:rPr>
              <a:t>For example:</a:t>
            </a:r>
          </a:p>
          <a:p>
            <a:pPr marL="182880" marR="0" lvl="1">
              <a:lnSpc>
                <a:spcPct val="110000"/>
              </a:lnSpc>
              <a:spcAft>
                <a:spcPts val="800"/>
              </a:spcAft>
            </a:pPr>
            <a:r>
              <a:rPr lang="en-US" sz="2100" dirty="0">
                <a:solidFill>
                  <a:srgbClr val="00B0F0"/>
                </a:solidFill>
              </a:rPr>
              <a:t>sudo git config --system user.name "Your Name"</a:t>
            </a:r>
          </a:p>
          <a:p>
            <a:pPr marL="182880" indent="-342900">
              <a:lnSpc>
                <a:spcPct val="110000"/>
              </a:lnSpc>
              <a:buFont typeface="Arial" panose="020B0604020202020204" pitchFamily="34" charset="0"/>
              <a:buChar char="•"/>
            </a:pPr>
            <a:r>
              <a:rPr lang="en-US" sz="2000" dirty="0">
                <a:solidFill>
                  <a:srgbClr val="C00000"/>
                </a:solidFill>
              </a:rPr>
              <a:t>Global-level Configuration </a:t>
            </a:r>
          </a:p>
          <a:p>
            <a:pPr marL="182880" marR="0" lvl="1" algn="l">
              <a:lnSpc>
                <a:spcPct val="110000"/>
              </a:lnSpc>
              <a:spcAft>
                <a:spcPts val="800"/>
              </a:spcAft>
            </a:pPr>
            <a:r>
              <a:rPr lang="en-US" sz="2100" dirty="0"/>
              <a:t>To set a global configuration variable for the current user, use:</a:t>
            </a:r>
          </a:p>
          <a:p>
            <a:pPr marL="182880" marR="0" lvl="1">
              <a:lnSpc>
                <a:spcPct val="110000"/>
              </a:lnSpc>
              <a:spcAft>
                <a:spcPts val="800"/>
              </a:spcAft>
            </a:pPr>
            <a:r>
              <a:rPr lang="en-US" sz="2100" dirty="0">
                <a:solidFill>
                  <a:srgbClr val="00B0F0"/>
                </a:solidFill>
              </a:rPr>
              <a:t>git config --global &lt;variable&gt; &lt;value&gt;</a:t>
            </a:r>
          </a:p>
          <a:p>
            <a:pPr marL="182880" lvl="1" algn="l">
              <a:lnSpc>
                <a:spcPct val="110000"/>
              </a:lnSpc>
            </a:pPr>
            <a:r>
              <a:rPr lang="en-US" dirty="0"/>
              <a:t>For example:</a:t>
            </a:r>
          </a:p>
          <a:p>
            <a:pPr marL="182880" lvl="1">
              <a:lnSpc>
                <a:spcPct val="110000"/>
              </a:lnSpc>
              <a:spcAft>
                <a:spcPts val="800"/>
              </a:spcAft>
            </a:pPr>
            <a:r>
              <a:rPr lang="en-US" sz="2100" dirty="0">
                <a:solidFill>
                  <a:srgbClr val="00B0F0"/>
                </a:solidFill>
              </a:rPr>
              <a:t>git config --global user.email your.email@example.com</a:t>
            </a:r>
          </a:p>
          <a:p>
            <a:pPr marL="182880" indent="-342900">
              <a:lnSpc>
                <a:spcPct val="110000"/>
              </a:lnSpc>
              <a:buFont typeface="Arial" panose="020B0604020202020204" pitchFamily="34" charset="0"/>
              <a:buChar char="•"/>
            </a:pPr>
            <a:r>
              <a:rPr lang="en-US" sz="2000" dirty="0">
                <a:solidFill>
                  <a:srgbClr val="C00000"/>
                </a:solidFill>
              </a:rPr>
              <a:t>Local-level Configuration </a:t>
            </a:r>
          </a:p>
          <a:p>
            <a:pPr marL="182880" lvl="1" algn="l">
              <a:lnSpc>
                <a:spcPct val="110000"/>
              </a:lnSpc>
            </a:pPr>
            <a:r>
              <a:rPr lang="en-US" dirty="0"/>
              <a:t>To set a configuration variable for a specific repository, navigate to the repository's directory and use:</a:t>
            </a:r>
          </a:p>
          <a:p>
            <a:pPr marL="182880" marR="0" lvl="1">
              <a:lnSpc>
                <a:spcPct val="110000"/>
              </a:lnSpc>
            </a:pPr>
            <a:r>
              <a:rPr lang="en-US" sz="2100" dirty="0">
                <a:solidFill>
                  <a:srgbClr val="00B0F0"/>
                </a:solidFill>
              </a:rPr>
              <a:t>git config &lt;variable&gt; &lt;value&gt;</a:t>
            </a:r>
          </a:p>
          <a:p>
            <a:pPr marL="182880" marR="0" lvl="1" algn="l">
              <a:lnSpc>
                <a:spcPct val="110000"/>
              </a:lnSpc>
            </a:pPr>
            <a:r>
              <a:rPr lang="en-US" dirty="0"/>
              <a:t>For example:</a:t>
            </a:r>
          </a:p>
          <a:p>
            <a:pPr marL="182880" lvl="1">
              <a:lnSpc>
                <a:spcPct val="110000"/>
              </a:lnSpc>
            </a:pPr>
            <a:r>
              <a:rPr lang="en-US" sz="2100" dirty="0">
                <a:solidFill>
                  <a:srgbClr val="00B0F0"/>
                </a:solidFill>
              </a:rPr>
              <a:t>git config user.name "Your Name"</a:t>
            </a:r>
          </a:p>
          <a:p>
            <a:pPr marL="182880">
              <a:lnSpc>
                <a:spcPct val="110000"/>
              </a:lnSpc>
            </a:pPr>
            <a:endParaRPr lang="en-US" sz="500" dirty="0"/>
          </a:p>
        </p:txBody>
      </p:sp>
      <p:sp>
        <p:nvSpPr>
          <p:cNvPr id="24" name="Rectangle 23">
            <a:extLst>
              <a:ext uri="{FF2B5EF4-FFF2-40B4-BE49-F238E27FC236}">
                <a16:creationId xmlns:a16="http://schemas.microsoft.com/office/drawing/2014/main" id="{FA95A814-33CD-4A6C-8F2B-378289DBB9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8696640" y="-148"/>
            <a:ext cx="3495360" cy="3401446"/>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Next LT Pro Light"/>
              <a:ea typeface="+mn-ea"/>
              <a:cs typeface="+mn-cs"/>
            </a:endParaRPr>
          </a:p>
        </p:txBody>
      </p:sp>
      <p:sp>
        <p:nvSpPr>
          <p:cNvPr id="26" name="Freeform: Shape 25">
            <a:extLst>
              <a:ext uri="{FF2B5EF4-FFF2-40B4-BE49-F238E27FC236}">
                <a16:creationId xmlns:a16="http://schemas.microsoft.com/office/drawing/2014/main" id="{E579214A-A9B1-4E84-BF32-CA24669E09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695889" y="-5385"/>
            <a:ext cx="3496111" cy="3401447"/>
          </a:xfrm>
          <a:custGeom>
            <a:avLst/>
            <a:gdLst>
              <a:gd name="connsiteX0" fmla="*/ 0 w 2559050"/>
              <a:gd name="connsiteY0" fmla="*/ 0 h 2559050"/>
              <a:gd name="connsiteX1" fmla="*/ 2559050 w 2559050"/>
              <a:gd name="connsiteY1" fmla="*/ 0 h 2559050"/>
              <a:gd name="connsiteX2" fmla="*/ 0 w 2559050"/>
              <a:gd name="connsiteY2" fmla="*/ 2559050 h 2559050"/>
            </a:gdLst>
            <a:ahLst/>
            <a:cxnLst>
              <a:cxn ang="0">
                <a:pos x="connsiteX0" y="connsiteY0"/>
              </a:cxn>
              <a:cxn ang="0">
                <a:pos x="connsiteX1" y="connsiteY1"/>
              </a:cxn>
              <a:cxn ang="0">
                <a:pos x="connsiteX2" y="connsiteY2"/>
              </a:cxn>
            </a:cxnLst>
            <a:rect l="l" t="t" r="r" b="b"/>
            <a:pathLst>
              <a:path w="2559050" h="2559050">
                <a:moveTo>
                  <a:pt x="0" y="0"/>
                </a:moveTo>
                <a:lnTo>
                  <a:pt x="2559050" y="0"/>
                </a:lnTo>
                <a:cubicBezTo>
                  <a:pt x="2559050" y="1413324"/>
                  <a:pt x="1413324" y="2559050"/>
                  <a:pt x="0" y="2559050"/>
                </a:cubicBezTo>
                <a:close/>
              </a:path>
            </a:pathLst>
          </a:cu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Next LT Pro Light"/>
              <a:ea typeface="+mn-ea"/>
              <a:cs typeface="+mn-cs"/>
            </a:endParaRPr>
          </a:p>
        </p:txBody>
      </p:sp>
      <p:pic>
        <p:nvPicPr>
          <p:cNvPr id="4" name="Picture 3">
            <a:extLst>
              <a:ext uri="{FF2B5EF4-FFF2-40B4-BE49-F238E27FC236}">
                <a16:creationId xmlns:a16="http://schemas.microsoft.com/office/drawing/2014/main" id="{A6B9E507-C2FC-1F89-8411-27CD31D3E9DA}"/>
              </a:ext>
            </a:extLst>
          </p:cNvPr>
          <p:cNvPicPr>
            <a:picLocks noChangeAspect="1"/>
          </p:cNvPicPr>
          <p:nvPr/>
        </p:nvPicPr>
        <p:blipFill>
          <a:blip r:embed="rId3"/>
          <a:srcRect t="977" r="-3" b="-3"/>
          <a:stretch/>
        </p:blipFill>
        <p:spPr>
          <a:xfrm>
            <a:off x="8696640" y="3396062"/>
            <a:ext cx="3496111" cy="3461938"/>
          </a:xfrm>
          <a:prstGeom prst="rect">
            <a:avLst/>
          </a:prstGeom>
        </p:spPr>
      </p:pic>
    </p:spTree>
    <p:extLst>
      <p:ext uri="{BB962C8B-B14F-4D97-AF65-F5344CB8AC3E}">
        <p14:creationId xmlns:p14="http://schemas.microsoft.com/office/powerpoint/2010/main" val="338824964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3" name="Rectangle 42">
            <a:extLst>
              <a:ext uri="{FF2B5EF4-FFF2-40B4-BE49-F238E27FC236}">
                <a16:creationId xmlns:a16="http://schemas.microsoft.com/office/drawing/2014/main" id="{EA26A151-13BF-4305-A6DC-9DC7C98771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229114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venir Next LT Pro"/>
              <a:ea typeface="+mn-ea"/>
              <a:cs typeface="+mn-cs"/>
            </a:endParaRPr>
          </a:p>
        </p:txBody>
      </p:sp>
      <p:sp>
        <p:nvSpPr>
          <p:cNvPr id="44" name="Rectangle 43">
            <a:extLst>
              <a:ext uri="{FF2B5EF4-FFF2-40B4-BE49-F238E27FC236}">
                <a16:creationId xmlns:a16="http://schemas.microsoft.com/office/drawing/2014/main" id="{6EFFDDA6-2CAE-438F-B0D6-FF4E710E24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2129884" y="6324431"/>
            <a:ext cx="62116" cy="42896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venir Next LT Pro"/>
              <a:ea typeface="+mn-ea"/>
              <a:cs typeface="+mn-cs"/>
            </a:endParaRPr>
          </a:p>
        </p:txBody>
      </p:sp>
      <p:sp useBgFill="1">
        <p:nvSpPr>
          <p:cNvPr id="45" name="Rectangle 44">
            <a:extLst>
              <a:ext uri="{FF2B5EF4-FFF2-40B4-BE49-F238E27FC236}">
                <a16:creationId xmlns:a16="http://schemas.microsoft.com/office/drawing/2014/main" id="{317ADF9C-7729-43E0-B44E-3392C2BD0A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venir Next LT Pro"/>
              <a:ea typeface="+mn-ea"/>
              <a:cs typeface="+mn-cs"/>
            </a:endParaRPr>
          </a:p>
        </p:txBody>
      </p:sp>
      <p:sp>
        <p:nvSpPr>
          <p:cNvPr id="46" name="Rectangle 45">
            <a:extLst>
              <a:ext uri="{FF2B5EF4-FFF2-40B4-BE49-F238E27FC236}">
                <a16:creationId xmlns:a16="http://schemas.microsoft.com/office/drawing/2014/main" id="{C264CE6C-E4DD-47B0-947A-FE4B1135B4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095998" cy="3429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venir Next LT Pro"/>
              <a:ea typeface="+mn-ea"/>
              <a:cs typeface="+mn-cs"/>
            </a:endParaRPr>
          </a:p>
        </p:txBody>
      </p:sp>
      <p:sp>
        <p:nvSpPr>
          <p:cNvPr id="2" name="Title 1">
            <a:extLst>
              <a:ext uri="{FF2B5EF4-FFF2-40B4-BE49-F238E27FC236}">
                <a16:creationId xmlns:a16="http://schemas.microsoft.com/office/drawing/2014/main" id="{85464CF4-8CCF-1C29-2312-2E8A8DE8FF63}"/>
              </a:ext>
            </a:extLst>
          </p:cNvPr>
          <p:cNvSpPr>
            <a:spLocks noGrp="1"/>
          </p:cNvSpPr>
          <p:nvPr>
            <p:ph type="ctrTitle"/>
          </p:nvPr>
        </p:nvSpPr>
        <p:spPr>
          <a:xfrm>
            <a:off x="484552" y="365125"/>
            <a:ext cx="5252571" cy="2766449"/>
          </a:xfrm>
        </p:spPr>
        <p:txBody>
          <a:bodyPr vert="horz" lIns="91440" tIns="45720" rIns="91440" bIns="45720" rtlCol="0" anchor="b">
            <a:normAutofit/>
          </a:bodyPr>
          <a:lstStyle/>
          <a:p>
            <a:r>
              <a:rPr lang="en-US"/>
              <a:t>Git Status</a:t>
            </a:r>
            <a:endParaRPr lang="en-US" dirty="0"/>
          </a:p>
        </p:txBody>
      </p:sp>
      <p:pic>
        <p:nvPicPr>
          <p:cNvPr id="47" name="Picture 46">
            <a:extLst>
              <a:ext uri="{FF2B5EF4-FFF2-40B4-BE49-F238E27FC236}">
                <a16:creationId xmlns:a16="http://schemas.microsoft.com/office/drawing/2014/main" id="{977AB7F9-9400-BD54-06A1-988DFB5C1CD4}"/>
              </a:ext>
            </a:extLst>
          </p:cNvPr>
          <p:cNvPicPr>
            <a:picLocks noChangeAspect="1"/>
          </p:cNvPicPr>
          <p:nvPr/>
        </p:nvPicPr>
        <p:blipFill>
          <a:blip r:embed="rId2"/>
          <a:srcRect l="1844" r="1265" b="-2"/>
          <a:stretch/>
        </p:blipFill>
        <p:spPr>
          <a:xfrm>
            <a:off x="20" y="3429000"/>
            <a:ext cx="6095978" cy="3429000"/>
          </a:xfrm>
          <a:prstGeom prst="rect">
            <a:avLst/>
          </a:prstGeom>
        </p:spPr>
      </p:pic>
      <p:sp>
        <p:nvSpPr>
          <p:cNvPr id="3" name="Subtitle 2">
            <a:extLst>
              <a:ext uri="{FF2B5EF4-FFF2-40B4-BE49-F238E27FC236}">
                <a16:creationId xmlns:a16="http://schemas.microsoft.com/office/drawing/2014/main" id="{12B81E3C-228C-A729-E848-0FEB317B4D1B}"/>
              </a:ext>
            </a:extLst>
          </p:cNvPr>
          <p:cNvSpPr>
            <a:spLocks noGrp="1"/>
          </p:cNvSpPr>
          <p:nvPr>
            <p:ph type="subTitle" idx="1"/>
          </p:nvPr>
        </p:nvSpPr>
        <p:spPr>
          <a:xfrm>
            <a:off x="6523702" y="200025"/>
            <a:ext cx="4830097" cy="6553367"/>
          </a:xfrm>
        </p:spPr>
        <p:txBody>
          <a:bodyPr vert="horz" lIns="91440" tIns="45720" rIns="91440" bIns="45720" rtlCol="0">
            <a:normAutofit lnSpcReduction="10000"/>
          </a:bodyPr>
          <a:lstStyle/>
          <a:p>
            <a:pPr>
              <a:lnSpc>
                <a:spcPct val="110000"/>
              </a:lnSpc>
            </a:pPr>
            <a:r>
              <a:rPr lang="en-US" sz="1700" dirty="0">
                <a:effectLst/>
              </a:rPr>
              <a:t>The </a:t>
            </a:r>
            <a:r>
              <a:rPr lang="en-US" sz="1700" b="1" dirty="0">
                <a:effectLst/>
              </a:rPr>
              <a:t>git status</a:t>
            </a:r>
            <a:r>
              <a:rPr lang="en-US" sz="1700" dirty="0">
                <a:effectLst/>
              </a:rPr>
              <a:t> command is a fundamental tool for understanding the current state of your Git repository. When you run </a:t>
            </a:r>
            <a:r>
              <a:rPr lang="en-US" sz="1700" b="1" dirty="0">
                <a:effectLst/>
              </a:rPr>
              <a:t>git status</a:t>
            </a:r>
            <a:r>
              <a:rPr lang="en-US" sz="1700" dirty="0">
                <a:effectLst/>
              </a:rPr>
              <a:t> in your terminal, it provides a detailed report on the following:</a:t>
            </a:r>
          </a:p>
          <a:p>
            <a:pPr marL="285750" marR="0">
              <a:lnSpc>
                <a:spcPct val="110000"/>
              </a:lnSpc>
              <a:spcAft>
                <a:spcPts val="800"/>
              </a:spcAft>
            </a:pPr>
            <a:r>
              <a:rPr lang="en-US" sz="1700" b="1" dirty="0">
                <a:effectLst/>
              </a:rPr>
              <a:t>Changes to be committed:</a:t>
            </a:r>
            <a:r>
              <a:rPr lang="en-US" sz="1700" dirty="0">
                <a:effectLst/>
              </a:rPr>
              <a:t> These are modifications that have been staged using git add and are ready to be committed to the repository.</a:t>
            </a:r>
          </a:p>
          <a:p>
            <a:pPr marL="285750" marR="0">
              <a:lnSpc>
                <a:spcPct val="110000"/>
              </a:lnSpc>
              <a:spcAft>
                <a:spcPts val="800"/>
              </a:spcAft>
            </a:pPr>
            <a:r>
              <a:rPr lang="en-US" sz="1700" b="1" dirty="0">
                <a:effectLst/>
              </a:rPr>
              <a:t>Changes not staged for commit:</a:t>
            </a:r>
            <a:r>
              <a:rPr lang="en-US" sz="1700" dirty="0">
                <a:effectLst/>
              </a:rPr>
              <a:t> These are modifications that have been made to tracked files but have not yet been staged.</a:t>
            </a:r>
          </a:p>
          <a:p>
            <a:pPr marL="285750" marR="0">
              <a:lnSpc>
                <a:spcPct val="110000"/>
              </a:lnSpc>
              <a:spcAft>
                <a:spcPts val="800"/>
              </a:spcAft>
            </a:pPr>
            <a:r>
              <a:rPr lang="en-US" sz="1700" b="1" dirty="0">
                <a:effectLst/>
              </a:rPr>
              <a:t>Untracked files:</a:t>
            </a:r>
            <a:r>
              <a:rPr lang="en-US" sz="1700" dirty="0">
                <a:effectLst/>
              </a:rPr>
              <a:t> These are files that are not currently being tracked by Git and haven't been added to the repository.</a:t>
            </a:r>
          </a:p>
          <a:p>
            <a:pPr>
              <a:lnSpc>
                <a:spcPct val="110000"/>
              </a:lnSpc>
              <a:spcAft>
                <a:spcPts val="800"/>
              </a:spcAft>
            </a:pPr>
            <a:r>
              <a:rPr lang="en-US" sz="1700" dirty="0">
                <a:effectLst/>
              </a:rPr>
              <a:t>In summary, git status helps you keep track of your progress and understand what changes have been made, which ones are ready to be committed, and which ones still need to be staged or committed.</a:t>
            </a:r>
            <a:endParaRPr lang="en-US" sz="1500" dirty="0">
              <a:effectLst/>
            </a:endParaRPr>
          </a:p>
          <a:p>
            <a:pPr marL="285750">
              <a:lnSpc>
                <a:spcPct val="110000"/>
              </a:lnSpc>
            </a:pPr>
            <a:endParaRPr lang="en-US" sz="1500" dirty="0">
              <a:effectLst/>
            </a:endParaRPr>
          </a:p>
          <a:p>
            <a:pPr>
              <a:lnSpc>
                <a:spcPct val="110000"/>
              </a:lnSpc>
            </a:pPr>
            <a:endParaRPr lang="en-US" sz="1500" dirty="0"/>
          </a:p>
        </p:txBody>
      </p:sp>
    </p:spTree>
    <p:extLst>
      <p:ext uri="{BB962C8B-B14F-4D97-AF65-F5344CB8AC3E}">
        <p14:creationId xmlns:p14="http://schemas.microsoft.com/office/powerpoint/2010/main" val="503501483"/>
      </p:ext>
    </p:extLst>
  </p:cSld>
  <p:clrMapOvr>
    <a:masterClrMapping/>
  </p:clrMapOvr>
</p:sld>
</file>

<file path=ppt/theme/theme1.xml><?xml version="1.0" encoding="utf-8"?>
<a:theme xmlns:a="http://schemas.openxmlformats.org/drawingml/2006/main" name="LeafVTI">
  <a:themeElements>
    <a:clrScheme name="Leaf">
      <a:dk1>
        <a:sysClr val="windowText" lastClr="000000"/>
      </a:dk1>
      <a:lt1>
        <a:sysClr val="window" lastClr="FFFFFF"/>
      </a:lt1>
      <a:dk2>
        <a:srgbClr val="732124"/>
      </a:dk2>
      <a:lt2>
        <a:srgbClr val="F0EDE5"/>
      </a:lt2>
      <a:accent1>
        <a:srgbClr val="D34817"/>
      </a:accent1>
      <a:accent2>
        <a:srgbClr val="A68D65"/>
      </a:accent2>
      <a:accent3>
        <a:srgbClr val="728377"/>
      </a:accent3>
      <a:accent4>
        <a:srgbClr val="B4797B"/>
      </a:accent4>
      <a:accent5>
        <a:srgbClr val="CE8439"/>
      </a:accent5>
      <a:accent6>
        <a:srgbClr val="CF3A2A"/>
      </a:accent6>
      <a:hlink>
        <a:srgbClr val="D06853"/>
      </a:hlink>
      <a:folHlink>
        <a:srgbClr val="B67779"/>
      </a:folHlink>
    </a:clrScheme>
    <a:fontScheme name="Leaf">
      <a:majorFont>
        <a:latin typeface="Rockwell Nova Light"/>
        <a:ea typeface=""/>
        <a:cs typeface=""/>
      </a:majorFont>
      <a:minorFont>
        <a:latin typeface="Avenir Next LT Pro Light"/>
        <a:ea typeface=""/>
        <a:cs typeface=""/>
      </a:minorFont>
    </a:fontScheme>
    <a:fmtScheme name="Subtle Solids">
      <a:fillStyleLst>
        <a:solidFill>
          <a:schemeClr val="phClr"/>
        </a:solidFill>
        <a:solidFill>
          <a:schemeClr val="phClr">
            <a:tint val="65000"/>
          </a:schemeClr>
        </a:solidFill>
        <a:solidFill>
          <a:schemeClr val="phClr">
            <a:shade val="80000"/>
            <a:satMod val="15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2700" h="25400" prst="coolSlant"/>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LeafVTI" id="{AD13D32C-3873-4EF1-A28C-5D0E64FF0913}" vid="{0D2E0FD0-9C17-4337-BD21-33917FC300A9}"/>
    </a:ext>
  </a:extLst>
</a:theme>
</file>

<file path=ppt/theme/theme2.xml><?xml version="1.0" encoding="utf-8"?>
<a:theme xmlns:a="http://schemas.openxmlformats.org/drawingml/2006/main" name="MatrixVTI">
  <a:themeElements>
    <a:clrScheme name="AnalogousFromRegularSeedRightStep">
      <a:dk1>
        <a:srgbClr val="000000"/>
      </a:dk1>
      <a:lt1>
        <a:srgbClr val="FFFFFF"/>
      </a:lt1>
      <a:dk2>
        <a:srgbClr val="412D24"/>
      </a:dk2>
      <a:lt2>
        <a:srgbClr val="E2E8E5"/>
      </a:lt2>
      <a:accent1>
        <a:srgbClr val="E72990"/>
      </a:accent1>
      <a:accent2>
        <a:srgbClr val="D5172F"/>
      </a:accent2>
      <a:accent3>
        <a:srgbClr val="E76029"/>
      </a:accent3>
      <a:accent4>
        <a:srgbClr val="CF9917"/>
      </a:accent4>
      <a:accent5>
        <a:srgbClr val="9AAB1E"/>
      </a:accent5>
      <a:accent6>
        <a:srgbClr val="5FB714"/>
      </a:accent6>
      <a:hlink>
        <a:srgbClr val="31935D"/>
      </a:hlink>
      <a:folHlink>
        <a:srgbClr val="7F7F7F"/>
      </a:folHlink>
    </a:clrScheme>
    <a:fontScheme name="Custom 4">
      <a:majorFont>
        <a:latin typeface="Bahnschrift"/>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atrixVTI" id="{A2576CCC-A559-4FD4-A542-772649F65A84}" vid="{5CBC41A9-80A0-44C6-90CD-6D8630343525}"/>
    </a:ext>
  </a:extLst>
</a:theme>
</file>

<file path=ppt/theme/theme3.xml><?xml version="1.0" encoding="utf-8"?>
<a:theme xmlns:a="http://schemas.openxmlformats.org/drawingml/2006/main" name="1_LeafVTI">
  <a:themeElements>
    <a:clrScheme name="AnalogousFromLightSeedRightStep">
      <a:dk1>
        <a:srgbClr val="000000"/>
      </a:dk1>
      <a:lt1>
        <a:srgbClr val="FFFFFF"/>
      </a:lt1>
      <a:dk2>
        <a:srgbClr val="412924"/>
      </a:dk2>
      <a:lt2>
        <a:srgbClr val="E2E7E8"/>
      </a:lt2>
      <a:accent1>
        <a:srgbClr val="CA9893"/>
      </a:accent1>
      <a:accent2>
        <a:srgbClr val="BE9D7B"/>
      </a:accent2>
      <a:accent3>
        <a:srgbClr val="A9A57B"/>
      </a:accent3>
      <a:accent4>
        <a:srgbClr val="97AB6F"/>
      </a:accent4>
      <a:accent5>
        <a:srgbClr val="8AAE7E"/>
      </a:accent5>
      <a:accent6>
        <a:srgbClr val="73B17D"/>
      </a:accent6>
      <a:hlink>
        <a:srgbClr val="588C91"/>
      </a:hlink>
      <a:folHlink>
        <a:srgbClr val="7F7F7F"/>
      </a:folHlink>
    </a:clrScheme>
    <a:fontScheme name="Leaf">
      <a:majorFont>
        <a:latin typeface="Rockwell Nova Light"/>
        <a:ea typeface=""/>
        <a:cs typeface=""/>
      </a:majorFont>
      <a:minorFont>
        <a:latin typeface="Avenir Next LT Pro Light"/>
        <a:ea typeface=""/>
        <a:cs typeface=""/>
      </a:minorFont>
    </a:fontScheme>
    <a:fmtScheme name="Subtle Solids">
      <a:fillStyleLst>
        <a:solidFill>
          <a:schemeClr val="phClr"/>
        </a:solidFill>
        <a:solidFill>
          <a:schemeClr val="phClr">
            <a:tint val="65000"/>
          </a:schemeClr>
        </a:solidFill>
        <a:solidFill>
          <a:schemeClr val="phClr">
            <a:shade val="80000"/>
            <a:satMod val="15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2700" h="25400" prst="coolSlant"/>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LeafVTI" id="{AD13D32C-3873-4EF1-A28C-5D0E64FF0913}" vid="{0D2E0FD0-9C17-4337-BD21-33917FC300A9}"/>
    </a:ext>
  </a:extLst>
</a:theme>
</file>

<file path=ppt/theme/theme4.xml><?xml version="1.0" encoding="utf-8"?>
<a:theme xmlns:a="http://schemas.openxmlformats.org/drawingml/2006/main" name="BlocksVTI">
  <a:themeElements>
    <a:clrScheme name="Blocks">
      <a:dk1>
        <a:sysClr val="windowText" lastClr="000000"/>
      </a:dk1>
      <a:lt1>
        <a:sysClr val="window" lastClr="FFFFFF"/>
      </a:lt1>
      <a:dk2>
        <a:srgbClr val="1B3843"/>
      </a:dk2>
      <a:lt2>
        <a:srgbClr val="F2F3F1"/>
      </a:lt2>
      <a:accent1>
        <a:srgbClr val="7A8592"/>
      </a:accent1>
      <a:accent2>
        <a:srgbClr val="8C8C96"/>
      </a:accent2>
      <a:accent3>
        <a:srgbClr val="7A6C76"/>
      </a:accent3>
      <a:accent4>
        <a:srgbClr val="A7AA9D"/>
      </a:accent4>
      <a:accent5>
        <a:srgbClr val="63787F"/>
      </a:accent5>
      <a:accent6>
        <a:srgbClr val="889DA5"/>
      </a:accent6>
      <a:hlink>
        <a:srgbClr val="71819B"/>
      </a:hlink>
      <a:folHlink>
        <a:srgbClr val="7E8B85"/>
      </a:folHlink>
    </a:clrScheme>
    <a:fontScheme name="Avenir">
      <a:majorFont>
        <a:latin typeface="Avenir Next LT Pro"/>
        <a:ea typeface=""/>
        <a:cs typeface=""/>
      </a:majorFont>
      <a:minorFont>
        <a:latin typeface="Avenir Next LT Pro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BlocksVTI" id="{31656FE6-20D8-4105-85EA-706EC9332BE9}" vid="{039DFFC9-9B25-4063-9235-B287A446F509}"/>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469</Words>
  <Application>Microsoft Office PowerPoint</Application>
  <PresentationFormat>Widescreen</PresentationFormat>
  <Paragraphs>36</Paragraphs>
  <Slides>4</Slides>
  <Notes>2</Notes>
  <HiddenSlides>0</HiddenSlides>
  <MMClips>0</MMClips>
  <ScaleCrop>false</ScaleCrop>
  <HeadingPairs>
    <vt:vector size="6" baseType="variant">
      <vt:variant>
        <vt:lpstr>Fonts Used</vt:lpstr>
      </vt:variant>
      <vt:variant>
        <vt:i4>7</vt:i4>
      </vt:variant>
      <vt:variant>
        <vt:lpstr>Theme</vt:lpstr>
      </vt:variant>
      <vt:variant>
        <vt:i4>4</vt:i4>
      </vt:variant>
      <vt:variant>
        <vt:lpstr>Slide Titles</vt:lpstr>
      </vt:variant>
      <vt:variant>
        <vt:i4>4</vt:i4>
      </vt:variant>
    </vt:vector>
  </HeadingPairs>
  <TitlesOfParts>
    <vt:vector size="15" baseType="lpstr">
      <vt:lpstr>Aptos</vt:lpstr>
      <vt:lpstr>Arial</vt:lpstr>
      <vt:lpstr>Avenir Next LT Pro</vt:lpstr>
      <vt:lpstr>Avenir Next LT Pro Light</vt:lpstr>
      <vt:lpstr>Bahnschrift</vt:lpstr>
      <vt:lpstr>Rockwell Nova Light</vt:lpstr>
      <vt:lpstr>Wingdings</vt:lpstr>
      <vt:lpstr>LeafVTI</vt:lpstr>
      <vt:lpstr>MatrixVTI</vt:lpstr>
      <vt:lpstr>1_LeafVTI</vt:lpstr>
      <vt:lpstr>BlocksVTI</vt:lpstr>
      <vt:lpstr>Key Features of Git</vt:lpstr>
      <vt:lpstr> What is the Staging Area in Git (git add)</vt:lpstr>
      <vt:lpstr>Introduction of Configuration Variables</vt:lpstr>
      <vt:lpstr>Git Status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LENOVO Computer</dc:creator>
  <cp:lastModifiedBy>LENOVO Computer</cp:lastModifiedBy>
  <cp:revision>1</cp:revision>
  <dcterms:created xsi:type="dcterms:W3CDTF">2025-01-09T04:16:16Z</dcterms:created>
  <dcterms:modified xsi:type="dcterms:W3CDTF">2025-01-21T03:46:40Z</dcterms:modified>
</cp:coreProperties>
</file>