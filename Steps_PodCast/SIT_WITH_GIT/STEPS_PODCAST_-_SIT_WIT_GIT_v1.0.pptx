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7"/>
  </p:notesMasterIdLst>
  <p:sldIdLst>
    <p:sldId id="258" r:id="rId4"/>
    <p:sldId id="256"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890563-1AAE-4345-AC76-1BE1E237854D}" v="4" dt="2025-01-09T04:18:24.2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NOVO Computer" userId="5df965e1ea4adf76" providerId="LiveId" clId="{16890563-1AAE-4345-AC76-1BE1E237854D}"/>
    <pc:docChg chg="addSld delSld modSld delMainMaster">
      <pc:chgData name="LENOVO Computer" userId="5df965e1ea4adf76" providerId="LiveId" clId="{16890563-1AAE-4345-AC76-1BE1E237854D}" dt="2025-01-09T04:17:29.346" v="3" actId="47"/>
      <pc:docMkLst>
        <pc:docMk/>
      </pc:docMkLst>
      <pc:sldChg chg="new del">
        <pc:chgData name="LENOVO Computer" userId="5df965e1ea4adf76" providerId="LiveId" clId="{16890563-1AAE-4345-AC76-1BE1E237854D}" dt="2025-01-09T04:17:29.346" v="3" actId="47"/>
        <pc:sldMkLst>
          <pc:docMk/>
          <pc:sldMk cId="4005608618" sldId="256"/>
        </pc:sldMkLst>
      </pc:sldChg>
      <pc:sldChg chg="del delDesignElem">
        <pc:chgData name="LENOVO Computer" userId="5df965e1ea4adf76" providerId="LiveId" clId="{16890563-1AAE-4345-AC76-1BE1E237854D}" dt="2025-01-09T04:17:28.232" v="2" actId="47"/>
        <pc:sldMkLst>
          <pc:docMk/>
          <pc:sldMk cId="2608266554" sldId="257"/>
        </pc:sldMkLst>
      </pc:sldChg>
      <pc:sldMasterChg chg="del delSldLayout">
        <pc:chgData name="LENOVO Computer" userId="5df965e1ea4adf76" providerId="LiveId" clId="{16890563-1AAE-4345-AC76-1BE1E237854D}" dt="2025-01-09T04:17:29.346" v="3" actId="47"/>
        <pc:sldMasterMkLst>
          <pc:docMk/>
          <pc:sldMasterMk cId="1309354718" sldId="2147483648"/>
        </pc:sldMasterMkLst>
        <pc:sldLayoutChg chg="del">
          <pc:chgData name="LENOVO Computer" userId="5df965e1ea4adf76" providerId="LiveId" clId="{16890563-1AAE-4345-AC76-1BE1E237854D}" dt="2025-01-09T04:17:29.346" v="3" actId="47"/>
          <pc:sldLayoutMkLst>
            <pc:docMk/>
            <pc:sldMasterMk cId="1309354718" sldId="2147483648"/>
            <pc:sldLayoutMk cId="926928050" sldId="2147483649"/>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3101801620" sldId="2147483650"/>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3880365298" sldId="2147483651"/>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1336991094" sldId="2147483652"/>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2836070366" sldId="2147483653"/>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1670667966" sldId="2147483654"/>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2676336556" sldId="2147483655"/>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3527987227" sldId="2147483656"/>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1710788660" sldId="2147483657"/>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1082670739" sldId="2147483658"/>
          </pc:sldLayoutMkLst>
        </pc:sldLayoutChg>
        <pc:sldLayoutChg chg="del">
          <pc:chgData name="LENOVO Computer" userId="5df965e1ea4adf76" providerId="LiveId" clId="{16890563-1AAE-4345-AC76-1BE1E237854D}" dt="2025-01-09T04:17:29.346" v="3" actId="47"/>
          <pc:sldLayoutMkLst>
            <pc:docMk/>
            <pc:sldMasterMk cId="1309354718" sldId="2147483648"/>
            <pc:sldLayoutMk cId="891210616"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A271E9-D4B5-4BC8-B7BA-065055C4F8BB}" type="datetimeFigureOut">
              <a:rPr lang="en-US" smtClean="0"/>
              <a:t>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5B867-1D67-4921-84F8-5BD49DEE077B}" type="slidenum">
              <a:rPr lang="en-US" smtClean="0"/>
              <a:t>‹#›</a:t>
            </a:fld>
            <a:endParaRPr lang="en-US"/>
          </a:p>
        </p:txBody>
      </p:sp>
    </p:spTree>
    <p:extLst>
      <p:ext uri="{BB962C8B-B14F-4D97-AF65-F5344CB8AC3E}">
        <p14:creationId xmlns:p14="http://schemas.microsoft.com/office/powerpoint/2010/main" val="2004267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8A7AED-652E-4B19-B4F7-1A90AB698F8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68123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397397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12514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794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801405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167578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99226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756078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640168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532410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709475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1/8/2025</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581193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C0C22-EBDA-4130-87AE-CB28BC19B077}"/>
              </a:ext>
            </a:extLst>
          </p:cNvPr>
          <p:cNvSpPr>
            <a:spLocks noGrp="1"/>
          </p:cNvSpPr>
          <p:nvPr>
            <p:ph type="dt" sz="half" idx="10"/>
          </p:nvPr>
        </p:nvSpPr>
        <p:spPr/>
        <p:txBody>
          <a:bodyPr/>
          <a:lstStyle/>
          <a:p>
            <a:fld id="{82EDB8D0-98ED-4B86-9D5F-E61ADC70144D}" type="datetimeFigureOut">
              <a:rPr lang="en-US" smtClean="0"/>
              <a:t>1/8/2025</a:t>
            </a:fld>
            <a:endParaRPr lang="en-US" dirty="0"/>
          </a:p>
        </p:txBody>
      </p:sp>
      <p:sp>
        <p:nvSpPr>
          <p:cNvPr id="5" name="Footer Placeholder 4">
            <a:extLst>
              <a:ext uri="{FF2B5EF4-FFF2-40B4-BE49-F238E27FC236}">
                <a16:creationId xmlns:a16="http://schemas.microsoft.com/office/drawing/2014/main" id="{E2A419A8-07CA-4A4C-AEC2-C40D4D50A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A7B86-E610-42EA-B4DC-C2F44778527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8A7BA06D-B3FF-4E91-8639-B4569AE3AA23}"/>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B30C86D-5A07-48BC-9C9D-6F9A2DB1E9E1}"/>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5053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38200" y="1825625"/>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p>
            <a:fld id="{82EDB8D0-98ED-4B86-9D5F-E61ADC70144D}" type="datetimeFigureOut">
              <a:rPr lang="en-US" smtClean="0"/>
              <a:t>1/8/2025</a:t>
            </a:fld>
            <a:endParaRPr lang="en-US" dirty="0"/>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4839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5F313-1240-47AE-A026-7F349292B5CA}"/>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5" name="Footer Placeholder 4">
            <a:extLst>
              <a:ext uri="{FF2B5EF4-FFF2-40B4-BE49-F238E27FC236}">
                <a16:creationId xmlns:a16="http://schemas.microsoft.com/office/drawing/2014/main" id="{22448158-6132-4335-B8E1-F6A896383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4C5B6-1598-48B4-9B3A-3078FDBE90B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9" name="Freeform: Shape 8">
            <a:extLst>
              <a:ext uri="{FF2B5EF4-FFF2-40B4-BE49-F238E27FC236}">
                <a16:creationId xmlns:a16="http://schemas.microsoft.com/office/drawing/2014/main" id="{FEDBDD32-D3EE-4848-A112-BA814D4631CD}"/>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1350361-843C-49D0-BD6A-ECDBA3842BA0}"/>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5758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3164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6930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12807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69954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56646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06251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E5D1-6D19-4E7F-9B4E-42326B771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D2A06C-F91A-4ADC-9CD2-61F0A4D7EE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3AA9A-2280-4F63-8B3D-20742AE6901F}"/>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5" name="Footer Placeholder 4">
            <a:extLst>
              <a:ext uri="{FF2B5EF4-FFF2-40B4-BE49-F238E27FC236}">
                <a16:creationId xmlns:a16="http://schemas.microsoft.com/office/drawing/2014/main" id="{E40D986B-E58E-43B6-8A80-FFA9D8F74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40D36-2E71-4F27-967F-7A3E4C6EE19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C1609904-5327-4D2C-A445-B270A00F3B5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30FC7BEC-08C5-4D95-9C84-B48BC8AD1C9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22406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FEA3D-0C7F-45CD-B6A0-942F707B3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8B8A12-BCE6-4D03-A637-1DEC8924B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9755-9FF4-428A-AEB7-1A6477466741}"/>
              </a:ext>
            </a:extLst>
          </p:cNvPr>
          <p:cNvSpPr>
            <a:spLocks noGrp="1"/>
          </p:cNvSpPr>
          <p:nvPr>
            <p:ph type="dt" sz="half" idx="10"/>
          </p:nvPr>
        </p:nvSpPr>
        <p:spPr/>
        <p:txBody>
          <a:bodyPr/>
          <a:lstStyle/>
          <a:p>
            <a:fld id="{82EDB8D0-98ED-4B86-9D5F-E61ADC70144D}" type="datetimeFigureOut">
              <a:rPr lang="en-US" smtClean="0"/>
              <a:t>1/8/2025</a:t>
            </a:fld>
            <a:endParaRPr lang="en-US"/>
          </a:p>
        </p:txBody>
      </p:sp>
      <p:sp>
        <p:nvSpPr>
          <p:cNvPr id="5" name="Footer Placeholder 4">
            <a:extLst>
              <a:ext uri="{FF2B5EF4-FFF2-40B4-BE49-F238E27FC236}">
                <a16:creationId xmlns:a16="http://schemas.microsoft.com/office/drawing/2014/main" id="{A5141836-11E2-49FD-877D-53B74514A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24C42-4B05-4EEF-BE14-29041EC9C0E5}"/>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5BADDEB1-F604-408B-B02A-A2814606E6A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D8DF7987-332F-4D6C-81C3-990F39C76C96}"/>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152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0666DC1-CD27-4874-9484-9D06C59FE4D0}"/>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77579F-F417-47C2-AC03-911CCED021DB}"/>
              </a:ext>
            </a:extLst>
          </p:cNvPr>
          <p:cNvSpPr>
            <a:spLocks noGrp="1"/>
          </p:cNvSpPr>
          <p:nvPr>
            <p:ph type="ctrTitle"/>
          </p:nvPr>
        </p:nvSpPr>
        <p:spPr>
          <a:xfrm>
            <a:off x="484552" y="447675"/>
            <a:ext cx="8397511" cy="2714625"/>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643E600-28DA-4780-9E00-2E12F74FF621}"/>
              </a:ext>
            </a:extLst>
          </p:cNvPr>
          <p:cNvSpPr>
            <a:spLocks noGrp="1"/>
          </p:cNvSpPr>
          <p:nvPr>
            <p:ph type="subTitle" idx="1"/>
          </p:nvPr>
        </p:nvSpPr>
        <p:spPr>
          <a:xfrm>
            <a:off x="484552" y="3602037"/>
            <a:ext cx="8397511" cy="2460625"/>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0E6F1DC-ADFB-42C9-AB34-FCB38C8123FC}"/>
              </a:ext>
            </a:extLst>
          </p:cNvPr>
          <p:cNvSpPr>
            <a:spLocks noGrp="1"/>
          </p:cNvSpPr>
          <p:nvPr>
            <p:ph type="dt" sz="half" idx="10"/>
          </p:nvPr>
        </p:nvSpPr>
        <p:spPr/>
        <p:txBody>
          <a:bodyPr/>
          <a:lstStyle/>
          <a:p>
            <a:fld id="{92538219-6E45-4D12-B767-46F92D5844D4}" type="datetime1">
              <a:rPr lang="en-US" smtClean="0"/>
              <a:t>1/8/2025</a:t>
            </a:fld>
            <a:endParaRPr lang="en-US"/>
          </a:p>
        </p:txBody>
      </p:sp>
      <p:sp>
        <p:nvSpPr>
          <p:cNvPr id="5" name="Footer Placeholder 4">
            <a:extLst>
              <a:ext uri="{FF2B5EF4-FFF2-40B4-BE49-F238E27FC236}">
                <a16:creationId xmlns:a16="http://schemas.microsoft.com/office/drawing/2014/main" id="{EE799E6D-BBA8-4A15-94DA-DBE8A4FDE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03C82-8719-4FAC-94BF-2A91335FB58A}"/>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6106309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CF16-986E-4D90-AA40-CDB46E23320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A6F14DA-A783-43BC-8F15-95408B89D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58C48B6-C394-452A-94D9-D4802755D841}"/>
              </a:ext>
            </a:extLst>
          </p:cNvPr>
          <p:cNvSpPr>
            <a:spLocks noGrp="1"/>
          </p:cNvSpPr>
          <p:nvPr>
            <p:ph type="dt" sz="half" idx="10"/>
          </p:nvPr>
        </p:nvSpPr>
        <p:spPr/>
        <p:txBody>
          <a:bodyPr/>
          <a:lstStyle/>
          <a:p>
            <a:fld id="{8BB296A2-D8F0-4E17-BFD0-A6C902250D59}" type="datetime1">
              <a:rPr lang="en-US" smtClean="0"/>
              <a:t>1/8/2025</a:t>
            </a:fld>
            <a:endParaRPr lang="en-US"/>
          </a:p>
        </p:txBody>
      </p:sp>
      <p:sp>
        <p:nvSpPr>
          <p:cNvPr id="5" name="Footer Placeholder 4">
            <a:extLst>
              <a:ext uri="{FF2B5EF4-FFF2-40B4-BE49-F238E27FC236}">
                <a16:creationId xmlns:a16="http://schemas.microsoft.com/office/drawing/2014/main" id="{43858A8A-3DD0-41C8-9F48-F4309FA19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06C92-7C02-4D34-B3E5-D549A7A36BD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4308743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66F9FA-E6B8-4CFC-B3F1-0C075546EE33}"/>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16F270-B2AA-4935-885F-5924B1F63A3E}"/>
              </a:ext>
            </a:extLst>
          </p:cNvPr>
          <p:cNvSpPr>
            <a:spLocks noGrp="1"/>
          </p:cNvSpPr>
          <p:nvPr>
            <p:ph type="title"/>
          </p:nvPr>
        </p:nvSpPr>
        <p:spPr>
          <a:xfrm>
            <a:off x="484552" y="457200"/>
            <a:ext cx="10862898" cy="272415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22658E-3D87-4D5A-A602-847153CC4845}"/>
              </a:ext>
            </a:extLst>
          </p:cNvPr>
          <p:cNvSpPr>
            <a:spLocks noGrp="1"/>
          </p:cNvSpPr>
          <p:nvPr>
            <p:ph type="body" idx="1"/>
          </p:nvPr>
        </p:nvSpPr>
        <p:spPr>
          <a:xfrm>
            <a:off x="484552" y="3695701"/>
            <a:ext cx="10862898" cy="2393950"/>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AB1D84-A229-45B1-BD42-0DC0CE9F8DE9}"/>
              </a:ext>
            </a:extLst>
          </p:cNvPr>
          <p:cNvSpPr>
            <a:spLocks noGrp="1"/>
          </p:cNvSpPr>
          <p:nvPr>
            <p:ph type="dt" sz="half" idx="10"/>
          </p:nvPr>
        </p:nvSpPr>
        <p:spPr/>
        <p:txBody>
          <a:bodyPr/>
          <a:lstStyle/>
          <a:p>
            <a:fld id="{D9108C9C-1ACB-4C84-A002-C7E0E45B937A}" type="datetime1">
              <a:rPr lang="en-US" smtClean="0"/>
              <a:t>1/8/2025</a:t>
            </a:fld>
            <a:endParaRPr lang="en-US"/>
          </a:p>
        </p:txBody>
      </p:sp>
      <p:sp>
        <p:nvSpPr>
          <p:cNvPr id="5" name="Footer Placeholder 4">
            <a:extLst>
              <a:ext uri="{FF2B5EF4-FFF2-40B4-BE49-F238E27FC236}">
                <a16:creationId xmlns:a16="http://schemas.microsoft.com/office/drawing/2014/main" id="{2664EEF4-D461-49D7-8F24-8BFE2444B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4055A-7488-4646-9E88-692036EA22DE}"/>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9208032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1F74-ED26-4F8B-BF51-3533D8404E5A}"/>
              </a:ext>
            </a:extLst>
          </p:cNvPr>
          <p:cNvSpPr>
            <a:spLocks noGrp="1"/>
          </p:cNvSpPr>
          <p:nvPr>
            <p:ph type="title"/>
          </p:nvPr>
        </p:nvSpPr>
        <p:spPr>
          <a:xfrm>
            <a:off x="484552" y="365760"/>
            <a:ext cx="11264536" cy="168751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1D2D7-7F18-43E0-9B2E-3FCD83CC83BC}"/>
              </a:ext>
            </a:extLst>
          </p:cNvPr>
          <p:cNvSpPr>
            <a:spLocks noGrp="1"/>
          </p:cNvSpPr>
          <p:nvPr>
            <p:ph sz="half" idx="1"/>
          </p:nvPr>
        </p:nvSpPr>
        <p:spPr>
          <a:xfrm>
            <a:off x="48455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FCBBB66-EB7D-4F8C-9C78-1D1C88846469}"/>
              </a:ext>
            </a:extLst>
          </p:cNvPr>
          <p:cNvSpPr>
            <a:spLocks noGrp="1"/>
          </p:cNvSpPr>
          <p:nvPr>
            <p:ph sz="half" idx="2"/>
          </p:nvPr>
        </p:nvSpPr>
        <p:spPr>
          <a:xfrm>
            <a:off x="627016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7A684E6-393D-4587-AA45-E6734FB47AEC}"/>
              </a:ext>
            </a:extLst>
          </p:cNvPr>
          <p:cNvSpPr>
            <a:spLocks noGrp="1"/>
          </p:cNvSpPr>
          <p:nvPr>
            <p:ph type="dt" sz="half" idx="10"/>
          </p:nvPr>
        </p:nvSpPr>
        <p:spPr/>
        <p:txBody>
          <a:bodyPr/>
          <a:lstStyle/>
          <a:p>
            <a:fld id="{F49AF2A5-B297-4977-9E5B-4D3050E23689}" type="datetime1">
              <a:rPr lang="en-US" smtClean="0"/>
              <a:t>1/8/2025</a:t>
            </a:fld>
            <a:endParaRPr lang="en-US"/>
          </a:p>
        </p:txBody>
      </p:sp>
      <p:sp>
        <p:nvSpPr>
          <p:cNvPr id="6" name="Footer Placeholder 5">
            <a:extLst>
              <a:ext uri="{FF2B5EF4-FFF2-40B4-BE49-F238E27FC236}">
                <a16:creationId xmlns:a16="http://schemas.microsoft.com/office/drawing/2014/main" id="{0A1D8EE0-0333-4ABC-AE18-10DD5071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52369-A8F0-4709-8372-B420A67DB7C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1008255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1592-4621-4D72-BC2D-F2C439F81B81}"/>
              </a:ext>
            </a:extLst>
          </p:cNvPr>
          <p:cNvSpPr>
            <a:spLocks noGrp="1"/>
          </p:cNvSpPr>
          <p:nvPr>
            <p:ph type="title"/>
          </p:nvPr>
        </p:nvSpPr>
        <p:spPr>
          <a:xfrm>
            <a:off x="484552" y="365759"/>
            <a:ext cx="10870836" cy="16916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823F5-0A90-4666-BE88-2BE0D0A61603}"/>
              </a:ext>
            </a:extLst>
          </p:cNvPr>
          <p:cNvSpPr>
            <a:spLocks noGrp="1"/>
          </p:cNvSpPr>
          <p:nvPr>
            <p:ph type="body" idx="1"/>
          </p:nvPr>
        </p:nvSpPr>
        <p:spPr>
          <a:xfrm>
            <a:off x="484552" y="2436473"/>
            <a:ext cx="5332026"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EC6A7C-6260-463D-B3FD-71A07ACD0669}"/>
              </a:ext>
            </a:extLst>
          </p:cNvPr>
          <p:cNvSpPr>
            <a:spLocks noGrp="1"/>
          </p:cNvSpPr>
          <p:nvPr>
            <p:ph sz="half" idx="2"/>
          </p:nvPr>
        </p:nvSpPr>
        <p:spPr>
          <a:xfrm>
            <a:off x="484552" y="3409051"/>
            <a:ext cx="5332026"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F2AF8D-90ED-4512-9423-C91BF73A99B2}"/>
              </a:ext>
            </a:extLst>
          </p:cNvPr>
          <p:cNvSpPr>
            <a:spLocks noGrp="1"/>
          </p:cNvSpPr>
          <p:nvPr>
            <p:ph type="body" sz="quarter" idx="3"/>
          </p:nvPr>
        </p:nvSpPr>
        <p:spPr>
          <a:xfrm>
            <a:off x="6270162" y="2436473"/>
            <a:ext cx="5358285"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838EA-E20D-4CC3-83C2-AFE0DE9F7376}"/>
              </a:ext>
            </a:extLst>
          </p:cNvPr>
          <p:cNvSpPr>
            <a:spLocks noGrp="1"/>
          </p:cNvSpPr>
          <p:nvPr>
            <p:ph sz="quarter" idx="4"/>
          </p:nvPr>
        </p:nvSpPr>
        <p:spPr>
          <a:xfrm>
            <a:off x="6270162" y="3409051"/>
            <a:ext cx="5358285"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3603F8A-08E1-4160-9B7E-E0CA4BF8EC3C}"/>
              </a:ext>
            </a:extLst>
          </p:cNvPr>
          <p:cNvSpPr>
            <a:spLocks noGrp="1"/>
          </p:cNvSpPr>
          <p:nvPr>
            <p:ph type="dt" sz="half" idx="10"/>
          </p:nvPr>
        </p:nvSpPr>
        <p:spPr/>
        <p:txBody>
          <a:bodyPr/>
          <a:lstStyle/>
          <a:p>
            <a:fld id="{70127434-4794-409A-9547-04789BA47588}" type="datetime1">
              <a:rPr lang="en-US" smtClean="0"/>
              <a:t>1/8/2025</a:t>
            </a:fld>
            <a:endParaRPr lang="en-US"/>
          </a:p>
        </p:txBody>
      </p:sp>
      <p:sp>
        <p:nvSpPr>
          <p:cNvPr id="8" name="Footer Placeholder 7">
            <a:extLst>
              <a:ext uri="{FF2B5EF4-FFF2-40B4-BE49-F238E27FC236}">
                <a16:creationId xmlns:a16="http://schemas.microsoft.com/office/drawing/2014/main" id="{118291AB-3C5C-4BE1-9E50-02F489336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96E64-CD6C-4CF7-8624-FA4AE9760EEB}"/>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3822804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62B3-06A0-4F2F-96EC-A062DAE2FE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FC0095-49F0-4A83-AE8C-9D13E15C2BD8}"/>
              </a:ext>
            </a:extLst>
          </p:cNvPr>
          <p:cNvSpPr>
            <a:spLocks noGrp="1"/>
          </p:cNvSpPr>
          <p:nvPr>
            <p:ph type="dt" sz="half" idx="10"/>
          </p:nvPr>
        </p:nvSpPr>
        <p:spPr/>
        <p:txBody>
          <a:bodyPr/>
          <a:lstStyle/>
          <a:p>
            <a:fld id="{85658635-357A-4E3D-B824-A5CEFDB8449C}" type="datetime1">
              <a:rPr lang="en-US" smtClean="0"/>
              <a:t>1/8/2025</a:t>
            </a:fld>
            <a:endParaRPr lang="en-US"/>
          </a:p>
        </p:txBody>
      </p:sp>
      <p:sp>
        <p:nvSpPr>
          <p:cNvPr id="4" name="Footer Placeholder 3">
            <a:extLst>
              <a:ext uri="{FF2B5EF4-FFF2-40B4-BE49-F238E27FC236}">
                <a16:creationId xmlns:a16="http://schemas.microsoft.com/office/drawing/2014/main" id="{61824898-D4EA-497A-8FC8-43E0D0213B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4821F6-2C08-450C-A18C-702D7384292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8023643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FE119-5FCA-4D9C-9C07-1B81A0BF3BFF}"/>
              </a:ext>
            </a:extLst>
          </p:cNvPr>
          <p:cNvSpPr>
            <a:spLocks noGrp="1"/>
          </p:cNvSpPr>
          <p:nvPr>
            <p:ph type="dt" sz="half" idx="10"/>
          </p:nvPr>
        </p:nvSpPr>
        <p:spPr/>
        <p:txBody>
          <a:bodyPr/>
          <a:lstStyle/>
          <a:p>
            <a:fld id="{7E86FF77-2719-4AD0-8740-0B90FF5D1EFB}" type="datetime1">
              <a:rPr lang="en-US" smtClean="0"/>
              <a:t>1/8/2025</a:t>
            </a:fld>
            <a:endParaRPr lang="en-US"/>
          </a:p>
        </p:txBody>
      </p:sp>
      <p:sp>
        <p:nvSpPr>
          <p:cNvPr id="3" name="Footer Placeholder 2">
            <a:extLst>
              <a:ext uri="{FF2B5EF4-FFF2-40B4-BE49-F238E27FC236}">
                <a16:creationId xmlns:a16="http://schemas.microsoft.com/office/drawing/2014/main" id="{2A2C5995-6284-4D7F-AB1C-CA8FE63A78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E4B0D-9C21-48D0-9438-C473706814B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8194961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0AF76DA-8F95-47D9-9EB6-B1EC93437387}"/>
              </a:ext>
            </a:extLst>
          </p:cNvPr>
          <p:cNvGrpSpPr/>
          <p:nvPr/>
        </p:nvGrpSpPr>
        <p:grpSpPr>
          <a:xfrm>
            <a:off x="2" y="0"/>
            <a:ext cx="6095998" cy="6858002"/>
            <a:chOff x="1" y="4563942"/>
            <a:chExt cx="12192005" cy="2294060"/>
          </a:xfrm>
        </p:grpSpPr>
        <p:sp>
          <p:nvSpPr>
            <p:cNvPr id="28" name="Rectangle 27">
              <a:extLst>
                <a:ext uri="{FF2B5EF4-FFF2-40B4-BE49-F238E27FC236}">
                  <a16:creationId xmlns:a16="http://schemas.microsoft.com/office/drawing/2014/main" id="{31355B14-077B-4BA1-962D-6E97D93FFCCC}"/>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30B99F-AC6F-4973-A35E-16C87C38711D}"/>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8E41614-9483-47F8-A429-FB0D1C5AA89A}"/>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5E91C-3C4F-40A2-BCC6-918D3BEDD24B}"/>
              </a:ext>
            </a:extLst>
          </p:cNvPr>
          <p:cNvSpPr>
            <a:spLocks noGrp="1"/>
          </p:cNvSpPr>
          <p:nvPr>
            <p:ph type="title"/>
          </p:nvPr>
        </p:nvSpPr>
        <p:spPr>
          <a:xfrm>
            <a:off x="484552" y="457200"/>
            <a:ext cx="5287234" cy="1600200"/>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30F113-1C61-4F74-BD5B-727668BBEAFC}"/>
              </a:ext>
            </a:extLst>
          </p:cNvPr>
          <p:cNvSpPr>
            <a:spLocks noGrp="1"/>
          </p:cNvSpPr>
          <p:nvPr>
            <p:ph idx="1"/>
          </p:nvPr>
        </p:nvSpPr>
        <p:spPr>
          <a:xfrm>
            <a:off x="6270162" y="457201"/>
            <a:ext cx="5085226"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10EB228-A180-4DF6-9D5B-2CF86B6B9BB0}"/>
              </a:ext>
            </a:extLst>
          </p:cNvPr>
          <p:cNvSpPr>
            <a:spLocks noGrp="1"/>
          </p:cNvSpPr>
          <p:nvPr>
            <p:ph type="body" sz="half" idx="2"/>
          </p:nvPr>
        </p:nvSpPr>
        <p:spPr>
          <a:xfrm>
            <a:off x="484552" y="2514600"/>
            <a:ext cx="5287234"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13719-D65D-4BAE-97B7-FAE8F39982EF}"/>
              </a:ext>
            </a:extLst>
          </p:cNvPr>
          <p:cNvSpPr>
            <a:spLocks noGrp="1"/>
          </p:cNvSpPr>
          <p:nvPr>
            <p:ph type="dt" sz="half" idx="10"/>
          </p:nvPr>
        </p:nvSpPr>
        <p:spPr/>
        <p:txBody>
          <a:bodyPr/>
          <a:lstStyle/>
          <a:p>
            <a:fld id="{6E441C83-1089-48B9-8B65-293D4C236D35}" type="datetime1">
              <a:rPr lang="en-US" smtClean="0"/>
              <a:t>1/8/2025</a:t>
            </a:fld>
            <a:endParaRPr lang="en-US"/>
          </a:p>
        </p:txBody>
      </p:sp>
      <p:sp>
        <p:nvSpPr>
          <p:cNvPr id="6" name="Footer Placeholder 5">
            <a:extLst>
              <a:ext uri="{FF2B5EF4-FFF2-40B4-BE49-F238E27FC236}">
                <a16:creationId xmlns:a16="http://schemas.microsoft.com/office/drawing/2014/main" id="{F747F5BB-DC3C-45D1-A0D2-05168FECA2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44BA3-19DB-4072-9A2C-08C92361AF9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1162564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0A6909D-DC0B-4221-8140-21E981D896AF}"/>
              </a:ext>
            </a:extLst>
          </p:cNvPr>
          <p:cNvGrpSpPr/>
          <p:nvPr/>
        </p:nvGrpSpPr>
        <p:grpSpPr>
          <a:xfrm>
            <a:off x="2" y="0"/>
            <a:ext cx="6095998" cy="6858002"/>
            <a:chOff x="1" y="4563942"/>
            <a:chExt cx="12192005" cy="2294060"/>
          </a:xfrm>
        </p:grpSpPr>
        <p:sp>
          <p:nvSpPr>
            <p:cNvPr id="9" name="Rectangle 8">
              <a:extLst>
                <a:ext uri="{FF2B5EF4-FFF2-40B4-BE49-F238E27FC236}">
                  <a16:creationId xmlns:a16="http://schemas.microsoft.com/office/drawing/2014/main" id="{53D581C2-F39E-4958-A3F3-BB65AB1C5E66}"/>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D77040-27EF-4D2C-8D34-32337B0C8544}"/>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1A26D20-69F8-4BBC-98C0-BEB470AB8284}"/>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7B6BC-4B2A-4001-9634-47473F82701E}"/>
              </a:ext>
            </a:extLst>
          </p:cNvPr>
          <p:cNvSpPr>
            <a:spLocks noGrp="1"/>
          </p:cNvSpPr>
          <p:nvPr>
            <p:ph type="title"/>
          </p:nvPr>
        </p:nvSpPr>
        <p:spPr>
          <a:xfrm>
            <a:off x="484552" y="457200"/>
            <a:ext cx="5211519" cy="1600200"/>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97D074-2CCB-4AB8-A7A0-7847D3C1EF8A}"/>
              </a:ext>
            </a:extLst>
          </p:cNvPr>
          <p:cNvSpPr>
            <a:spLocks noGrp="1"/>
          </p:cNvSpPr>
          <p:nvPr>
            <p:ph type="pic" idx="1"/>
          </p:nvPr>
        </p:nvSpPr>
        <p:spPr>
          <a:xfrm>
            <a:off x="6270162" y="457201"/>
            <a:ext cx="5085226"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51FB94BD-D906-4213-9F31-1BE17A86F926}"/>
              </a:ext>
            </a:extLst>
          </p:cNvPr>
          <p:cNvSpPr>
            <a:spLocks noGrp="1"/>
          </p:cNvSpPr>
          <p:nvPr>
            <p:ph type="body" sz="half" idx="2"/>
          </p:nvPr>
        </p:nvSpPr>
        <p:spPr>
          <a:xfrm>
            <a:off x="484552" y="2514600"/>
            <a:ext cx="5211519"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B8431-70CB-4E9F-8A49-CDFF18554212}"/>
              </a:ext>
            </a:extLst>
          </p:cNvPr>
          <p:cNvSpPr>
            <a:spLocks noGrp="1"/>
          </p:cNvSpPr>
          <p:nvPr>
            <p:ph type="dt" sz="half" idx="10"/>
          </p:nvPr>
        </p:nvSpPr>
        <p:spPr/>
        <p:txBody>
          <a:bodyPr/>
          <a:lstStyle/>
          <a:p>
            <a:fld id="{D162FE45-CC1E-47DB-8B82-6CF0636FBDB8}" type="datetime1">
              <a:rPr lang="en-US" smtClean="0"/>
              <a:t>1/8/2025</a:t>
            </a:fld>
            <a:endParaRPr lang="en-US"/>
          </a:p>
        </p:txBody>
      </p:sp>
      <p:sp>
        <p:nvSpPr>
          <p:cNvPr id="6" name="Footer Placeholder 5">
            <a:extLst>
              <a:ext uri="{FF2B5EF4-FFF2-40B4-BE49-F238E27FC236}">
                <a16:creationId xmlns:a16="http://schemas.microsoft.com/office/drawing/2014/main" id="{ADD2F293-170E-410E-88BF-187A63C5E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D93A2-588D-43B5-B6FA-0B7892E6E13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7063393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8A33-CB96-4CB1-9941-753BD0824C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EB269-70DF-4510-A313-336226558E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1EA3CC-B2DC-4E87-826C-B885A7E62819}"/>
              </a:ext>
            </a:extLst>
          </p:cNvPr>
          <p:cNvSpPr>
            <a:spLocks noGrp="1"/>
          </p:cNvSpPr>
          <p:nvPr>
            <p:ph type="dt" sz="half" idx="10"/>
          </p:nvPr>
        </p:nvSpPr>
        <p:spPr/>
        <p:txBody>
          <a:bodyPr/>
          <a:lstStyle/>
          <a:p>
            <a:fld id="{836430B8-6059-41E5-A5DC-C07A76F5859A}" type="datetime1">
              <a:rPr lang="en-US" smtClean="0"/>
              <a:t>1/8/2025</a:t>
            </a:fld>
            <a:endParaRPr lang="en-US"/>
          </a:p>
        </p:txBody>
      </p:sp>
      <p:sp>
        <p:nvSpPr>
          <p:cNvPr id="5" name="Footer Placeholder 4">
            <a:extLst>
              <a:ext uri="{FF2B5EF4-FFF2-40B4-BE49-F238E27FC236}">
                <a16:creationId xmlns:a16="http://schemas.microsoft.com/office/drawing/2014/main" id="{7AF37F52-A7C4-4E21-A12A-02546D477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6031F-5A79-48A7-8EDC-DDD9A9E4B9F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7718532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188483-96C4-4E9C-AA6A-E70005461AEE}"/>
              </a:ext>
            </a:extLst>
          </p:cNvPr>
          <p:cNvSpPr/>
          <p:nvPr/>
        </p:nvSpPr>
        <p:spPr>
          <a:xfrm>
            <a:off x="9144000" y="0"/>
            <a:ext cx="3048000" cy="6854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0E4FCD54-7F0B-446E-9998-93E7BD7CE74D}"/>
              </a:ext>
            </a:extLst>
          </p:cNvPr>
          <p:cNvSpPr>
            <a:spLocks noGrp="1"/>
          </p:cNvSpPr>
          <p:nvPr>
            <p:ph type="title" orient="vert"/>
          </p:nvPr>
        </p:nvSpPr>
        <p:spPr>
          <a:xfrm>
            <a:off x="9534222" y="365125"/>
            <a:ext cx="2238678"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0766238-BBF1-4672-BC09-746C6967E5DF}"/>
              </a:ext>
            </a:extLst>
          </p:cNvPr>
          <p:cNvSpPr>
            <a:spLocks noGrp="1"/>
          </p:cNvSpPr>
          <p:nvPr>
            <p:ph type="body" orient="vert" idx="1"/>
          </p:nvPr>
        </p:nvSpPr>
        <p:spPr>
          <a:xfrm>
            <a:off x="484552" y="365125"/>
            <a:ext cx="837406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8F32A5-B67B-45C1-B454-12E9FBE0C869}"/>
              </a:ext>
            </a:extLst>
          </p:cNvPr>
          <p:cNvSpPr>
            <a:spLocks noGrp="1"/>
          </p:cNvSpPr>
          <p:nvPr>
            <p:ph type="dt" sz="half" idx="10"/>
          </p:nvPr>
        </p:nvSpPr>
        <p:spPr/>
        <p:txBody>
          <a:bodyPr/>
          <a:lstStyle/>
          <a:p>
            <a:fld id="{A09D0CB7-D16E-4358-B7F4-EA4A24554592}" type="datetime1">
              <a:rPr lang="en-US" smtClean="0"/>
              <a:t>1/8/2025</a:t>
            </a:fld>
            <a:endParaRPr lang="en-US"/>
          </a:p>
        </p:txBody>
      </p:sp>
      <p:sp>
        <p:nvSpPr>
          <p:cNvPr id="5" name="Footer Placeholder 4">
            <a:extLst>
              <a:ext uri="{FF2B5EF4-FFF2-40B4-BE49-F238E27FC236}">
                <a16:creationId xmlns:a16="http://schemas.microsoft.com/office/drawing/2014/main" id="{48E91896-9441-4636-89D5-84E5932A1EDB}"/>
              </a:ext>
            </a:extLst>
          </p:cNvPr>
          <p:cNvSpPr>
            <a:spLocks noGrp="1"/>
          </p:cNvSpPr>
          <p:nvPr>
            <p:ph type="ftr" sz="quarter" idx="11"/>
          </p:nvPr>
        </p:nvSpPr>
        <p:spPr>
          <a:xfrm>
            <a:off x="3228110"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88937DFE-7F48-4EB0-83BC-A93F342D2618}"/>
              </a:ext>
            </a:extLst>
          </p:cNvPr>
          <p:cNvSpPr>
            <a:spLocks noGrp="1"/>
          </p:cNvSpPr>
          <p:nvPr>
            <p:ph type="sldNum" sz="quarter" idx="12"/>
          </p:nvPr>
        </p:nvSpPr>
        <p:spPr/>
        <p:txBody>
          <a:bodyPr/>
          <a:lstStyle>
            <a:lvl1pPr>
              <a:defRPr>
                <a:solidFill>
                  <a:schemeClr val="bg1">
                    <a:alpha val="80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2100420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1/8/2025</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4870878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fld id="{82EDB8D0-98ED-4B86-9D5F-E61ADC70144D}" type="datetimeFigureOut">
              <a:rPr lang="en-US" smtClean="0"/>
              <a:pPr/>
              <a:t>1/8/2025</a:t>
            </a:fld>
            <a:endParaRPr lang="en-US" dirty="0"/>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fld id="{4854181D-6920-4594-9A5D-6CE56DC9F8B2}" type="slidenum">
              <a:rPr lang="en-US" smtClean="0"/>
              <a:pPr/>
              <a:t>‹#›</a:t>
            </a:fld>
            <a:endParaRPr lang="en-US"/>
          </a:p>
        </p:txBody>
      </p:sp>
    </p:spTree>
    <p:extLst>
      <p:ext uri="{BB962C8B-B14F-4D97-AF65-F5344CB8AC3E}">
        <p14:creationId xmlns:p14="http://schemas.microsoft.com/office/powerpoint/2010/main" val="251500166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A26A151-13BF-4305-A6DC-9DC7C9877195}"/>
              </a:ext>
            </a:extLst>
          </p:cNvPr>
          <p:cNvSpPr/>
          <p:nvPr/>
        </p:nvSpPr>
        <p:spPr>
          <a:xfrm>
            <a:off x="0" y="0"/>
            <a:ext cx="12192000"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DEE6AE3-3BCC-4B3B-AC4E-60F91014449A}"/>
              </a:ext>
            </a:extLst>
          </p:cNvPr>
          <p:cNvSpPr>
            <a:spLocks noGrp="1"/>
          </p:cNvSpPr>
          <p:nvPr>
            <p:ph type="title"/>
          </p:nvPr>
        </p:nvSpPr>
        <p:spPr>
          <a:xfrm>
            <a:off x="484552" y="365125"/>
            <a:ext cx="10869248" cy="168751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4CB514A-E7EA-41A8-ADBA-85CA1DF6D349}"/>
              </a:ext>
            </a:extLst>
          </p:cNvPr>
          <p:cNvSpPr>
            <a:spLocks noGrp="1"/>
          </p:cNvSpPr>
          <p:nvPr>
            <p:ph type="body" idx="1"/>
          </p:nvPr>
        </p:nvSpPr>
        <p:spPr>
          <a:xfrm>
            <a:off x="484552" y="2576513"/>
            <a:ext cx="10869248" cy="360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19CB0BD-D6E3-4B3D-BCBB-6FECA5D6323C}"/>
              </a:ext>
            </a:extLst>
          </p:cNvPr>
          <p:cNvSpPr>
            <a:spLocks noGrp="1"/>
          </p:cNvSpPr>
          <p:nvPr>
            <p:ph type="dt" sz="half" idx="2"/>
          </p:nvPr>
        </p:nvSpPr>
        <p:spPr>
          <a:xfrm>
            <a:off x="146221" y="6357208"/>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FC8E16-3C03-4238-9C6F-B34F3D10F77E}" type="datetime1">
              <a:rPr lang="en-US" smtClean="0"/>
              <a:t>1/8/2025</a:t>
            </a:fld>
            <a:endParaRPr lang="en-US" dirty="0"/>
          </a:p>
        </p:txBody>
      </p:sp>
      <p:sp>
        <p:nvSpPr>
          <p:cNvPr id="5" name="Footer Placeholder 4">
            <a:extLst>
              <a:ext uri="{FF2B5EF4-FFF2-40B4-BE49-F238E27FC236}">
                <a16:creationId xmlns:a16="http://schemas.microsoft.com/office/drawing/2014/main" id="{A84147F7-B466-4892-BE27-876F947515C8}"/>
              </a:ext>
            </a:extLst>
          </p:cNvPr>
          <p:cNvSpPr>
            <a:spLocks noGrp="1"/>
          </p:cNvSpPr>
          <p:nvPr>
            <p:ph type="ftr" sz="quarter" idx="3"/>
          </p:nvPr>
        </p:nvSpPr>
        <p:spPr>
          <a:xfrm>
            <a:off x="6270162" y="635635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64B4FE0-65CC-4435-A6AF-150E52F35BB8}"/>
              </a:ext>
            </a:extLst>
          </p:cNvPr>
          <p:cNvSpPr>
            <a:spLocks noGrp="1"/>
          </p:cNvSpPr>
          <p:nvPr>
            <p:ph type="sldNum" sz="quarter" idx="4"/>
          </p:nvPr>
        </p:nvSpPr>
        <p:spPr>
          <a:xfrm>
            <a:off x="10764983" y="6356350"/>
            <a:ext cx="128079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35917384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100000"/>
        </a:lnSpc>
        <a:spcBef>
          <a:spcPct val="0"/>
        </a:spcBef>
        <a:buNone/>
        <a:defRPr sz="5400" kern="1200">
          <a:solidFill>
            <a:schemeClr val="bg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1">
            <a:extLst>
              <a:ext uri="{FF2B5EF4-FFF2-40B4-BE49-F238E27FC236}">
                <a16:creationId xmlns:a16="http://schemas.microsoft.com/office/drawing/2014/main" id="{F44E628D-6ACA-0747-CB40-75D47B91B8E9}"/>
              </a:ext>
            </a:extLst>
          </p:cNvPr>
          <p:cNvSpPr>
            <a:spLocks noGrp="1"/>
          </p:cNvSpPr>
          <p:nvPr>
            <p:ph type="ctrTitle"/>
          </p:nvPr>
        </p:nvSpPr>
        <p:spPr>
          <a:xfrm>
            <a:off x="1080000" y="862151"/>
            <a:ext cx="6120000" cy="1009486"/>
          </a:xfrm>
        </p:spPr>
        <p:txBody>
          <a:bodyPr vert="horz" lIns="0" tIns="0" rIns="0" bIns="0" rtlCol="0" anchor="b" anchorCtr="0">
            <a:normAutofit/>
          </a:bodyPr>
          <a:lstStyle/>
          <a:p>
            <a:r>
              <a:rPr lang="en-US" dirty="0"/>
              <a:t>Key Features of Git</a:t>
            </a:r>
          </a:p>
        </p:txBody>
      </p:sp>
      <p:cxnSp>
        <p:nvCxnSpPr>
          <p:cNvPr id="139" name="Straight Connector 138">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7000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C1C146FE-915C-3D71-65A9-2A9A46BF7704}"/>
              </a:ext>
            </a:extLst>
          </p:cNvPr>
          <p:cNvSpPr>
            <a:spLocks noGrp="1"/>
          </p:cNvSpPr>
          <p:nvPr>
            <p:ph type="subTitle" idx="1"/>
          </p:nvPr>
        </p:nvSpPr>
        <p:spPr>
          <a:xfrm>
            <a:off x="1080000" y="2759076"/>
            <a:ext cx="6121400" cy="3430707"/>
          </a:xfrm>
        </p:spPr>
        <p:txBody>
          <a:bodyPr vert="horz" lIns="0" tIns="0" rIns="0" bIns="0" rtlCol="0" anchor="t" anchorCtr="0">
            <a:noAutofit/>
          </a:bodyPr>
          <a:lstStyle/>
          <a:p>
            <a:pPr indent="-270000" algn="l">
              <a:lnSpc>
                <a:spcPct val="115000"/>
              </a:lnSpc>
              <a:buFont typeface="Arial" panose="020B0604020202020204" pitchFamily="34" charset="0"/>
              <a:buChar char="•"/>
            </a:pPr>
            <a:r>
              <a:rPr lang="en-US" sz="1400" b="1" spc="50" dirty="0"/>
              <a:t>Distributed Architecture</a:t>
            </a:r>
            <a:r>
              <a:rPr lang="en-US" sz="1400" spc="50" dirty="0"/>
              <a:t>: Central server and reduces the risk of data loss.</a:t>
            </a:r>
          </a:p>
          <a:p>
            <a:pPr indent="-270000" algn="l">
              <a:lnSpc>
                <a:spcPct val="115000"/>
              </a:lnSpc>
              <a:buFont typeface="Arial" panose="020B0604020202020204" pitchFamily="34" charset="0"/>
              <a:buChar char="•"/>
            </a:pPr>
            <a:r>
              <a:rPr lang="en-US" sz="1400" b="1" spc="50" dirty="0"/>
              <a:t>Branching and Merging</a:t>
            </a:r>
            <a:r>
              <a:rPr lang="en-US" sz="1400" spc="50" dirty="0"/>
              <a:t>: Git supports powerful branching and merging capabilities, allowing developers to work on different features or fixes simultaneously.</a:t>
            </a:r>
          </a:p>
          <a:p>
            <a:pPr indent="-270000" algn="l">
              <a:lnSpc>
                <a:spcPct val="115000"/>
              </a:lnSpc>
              <a:buFont typeface="Arial" panose="020B0604020202020204" pitchFamily="34" charset="0"/>
              <a:buChar char="•"/>
            </a:pPr>
            <a:r>
              <a:rPr lang="en-US" sz="1400" b="1" spc="50" dirty="0"/>
              <a:t>Staging Area</a:t>
            </a:r>
            <a:r>
              <a:rPr lang="en-US" sz="1400" spc="50" dirty="0"/>
              <a:t>: Before committing changes to the repository, developers can add files to a staging area.</a:t>
            </a:r>
          </a:p>
          <a:p>
            <a:pPr indent="-270000" algn="l">
              <a:lnSpc>
                <a:spcPct val="115000"/>
              </a:lnSpc>
              <a:buFont typeface="Arial" panose="020B0604020202020204" pitchFamily="34" charset="0"/>
              <a:buChar char="•"/>
            </a:pPr>
            <a:r>
              <a:rPr lang="en-US" sz="1400" b="1" spc="50" dirty="0"/>
              <a:t>Commit History</a:t>
            </a:r>
            <a:r>
              <a:rPr lang="en-US" sz="1400" spc="50" dirty="0"/>
              <a:t>: Git maintains a history of all changes made to the repository. </a:t>
            </a:r>
          </a:p>
          <a:p>
            <a:pPr indent="-270000" algn="l">
              <a:lnSpc>
                <a:spcPct val="115000"/>
              </a:lnSpc>
              <a:buFont typeface="Arial" panose="020B0604020202020204" pitchFamily="34" charset="0"/>
              <a:buChar char="•"/>
            </a:pPr>
            <a:r>
              <a:rPr lang="en-US" sz="1400" b="1" spc="50" dirty="0"/>
              <a:t>Collaboration</a:t>
            </a:r>
            <a:r>
              <a:rPr lang="en-US" sz="1400" spc="50" dirty="0"/>
              <a:t>: Developers can clone repositories, push and pull changes, and collaborate on code through pull requests and code reviews.</a:t>
            </a:r>
          </a:p>
        </p:txBody>
      </p:sp>
      <p:pic>
        <p:nvPicPr>
          <p:cNvPr id="69" name="Picture 68" descr="Different types of keys">
            <a:extLst>
              <a:ext uri="{FF2B5EF4-FFF2-40B4-BE49-F238E27FC236}">
                <a16:creationId xmlns:a16="http://schemas.microsoft.com/office/drawing/2014/main" id="{651E74DD-9F4B-8B1F-FAD6-480D3336C861}"/>
              </a:ext>
            </a:extLst>
          </p:cNvPr>
          <p:cNvPicPr>
            <a:picLocks noChangeAspect="1"/>
          </p:cNvPicPr>
          <p:nvPr/>
        </p:nvPicPr>
        <p:blipFill>
          <a:blip r:embed="rId3"/>
          <a:srcRect l="29800" r="33935" b="1"/>
          <a:stretch/>
        </p:blipFill>
        <p:spPr>
          <a:xfrm>
            <a:off x="8321011" y="10"/>
            <a:ext cx="3870989" cy="6857990"/>
          </a:xfrm>
          <a:prstGeom prst="rect">
            <a:avLst/>
          </a:prstGeom>
        </p:spPr>
      </p:pic>
    </p:spTree>
    <p:extLst>
      <p:ext uri="{BB962C8B-B14F-4D97-AF65-F5344CB8AC3E}">
        <p14:creationId xmlns:p14="http://schemas.microsoft.com/office/powerpoint/2010/main" val="2026939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0C935646-CDCA-694E-59BD-4F0CE1E0CBD8}"/>
              </a:ext>
            </a:extLst>
          </p:cNvPr>
          <p:cNvPicPr>
            <a:picLocks noChangeAspect="1"/>
          </p:cNvPicPr>
          <p:nvPr/>
        </p:nvPicPr>
        <p:blipFill>
          <a:blip r:embed="rId2"/>
          <a:srcRect l="24534" r="28205" b="-1"/>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5"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71952D-6321-ECF2-92CD-FD90829A06FF}"/>
              </a:ext>
            </a:extLst>
          </p:cNvPr>
          <p:cNvSpPr>
            <a:spLocks noGrp="1"/>
          </p:cNvSpPr>
          <p:nvPr>
            <p:ph type="ctrTitle"/>
          </p:nvPr>
        </p:nvSpPr>
        <p:spPr>
          <a:xfrm>
            <a:off x="3713871" y="175871"/>
            <a:ext cx="7834661" cy="752597"/>
          </a:xfrm>
        </p:spPr>
        <p:txBody>
          <a:bodyPr vert="horz" lIns="91440" tIns="45720" rIns="91440" bIns="45720" rtlCol="0" anchor="ctr">
            <a:normAutofit/>
          </a:bodyPr>
          <a:lstStyle/>
          <a:p>
            <a:pPr algn="l"/>
            <a:r>
              <a:rPr lang="en-US" sz="4400" b="1" kern="1200" dirty="0">
                <a:solidFill>
                  <a:schemeClr val="tx1"/>
                </a:solidFill>
                <a:effectLst/>
                <a:latin typeface="+mj-lt"/>
                <a:ea typeface="+mj-ea"/>
                <a:cs typeface="+mj-cs"/>
              </a:rPr>
              <a:t>Configuration Variables</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D933EDA7-7AAF-8315-BC80-877720C8FAA5}"/>
              </a:ext>
            </a:extLst>
          </p:cNvPr>
          <p:cNvSpPr>
            <a:spLocks noGrp="1"/>
          </p:cNvSpPr>
          <p:nvPr>
            <p:ph type="subTitle" idx="1"/>
          </p:nvPr>
        </p:nvSpPr>
        <p:spPr>
          <a:xfrm>
            <a:off x="4971761" y="1378634"/>
            <a:ext cx="6576771" cy="5247249"/>
          </a:xfrm>
        </p:spPr>
        <p:txBody>
          <a:bodyPr vert="horz" lIns="91440" tIns="45720" rIns="91440" bIns="45720" rtlCol="0">
            <a:normAutofit lnSpcReduction="10000"/>
          </a:bodyPr>
          <a:lstStyle/>
          <a:p>
            <a:pPr marL="342900" marR="0" lvl="0" indent="-228600" algn="l">
              <a:buFont typeface="Arial" panose="020B0604020202020204" pitchFamily="34" charset="0"/>
              <a:buChar char="•"/>
            </a:pPr>
            <a:r>
              <a:rPr lang="en-US" sz="2000" dirty="0">
                <a:effectLst/>
              </a:rPr>
              <a:t>To </a:t>
            </a:r>
            <a:r>
              <a:rPr lang="en-US" sz="2000" b="1" dirty="0">
                <a:effectLst/>
              </a:rPr>
              <a:t>check the variables configured</a:t>
            </a:r>
            <a:r>
              <a:rPr lang="en-US" sz="2000" dirty="0">
                <a:effectLst/>
              </a:rPr>
              <a:t> in Git, you can use the following command: </a:t>
            </a:r>
          </a:p>
          <a:p>
            <a:pPr marL="342900" marR="0" lvl="0" indent="-228600" algn="l">
              <a:buFont typeface="Arial" panose="020B0604020202020204" pitchFamily="34" charset="0"/>
              <a:buChar char="•"/>
            </a:pPr>
            <a:endParaRPr lang="en-US" sz="2000" dirty="0">
              <a:effectLst/>
            </a:endParaRPr>
          </a:p>
          <a:p>
            <a:pPr marL="228600" marR="0"/>
            <a:r>
              <a:rPr lang="en-US" sz="2000" b="1" dirty="0">
                <a:effectLst/>
              </a:rPr>
              <a:t>git config --list </a:t>
            </a:r>
          </a:p>
          <a:p>
            <a:pPr marL="228600" marR="0"/>
            <a:endParaRPr lang="en-US" sz="2000" dirty="0">
              <a:effectLst/>
            </a:endParaRPr>
          </a:p>
          <a:p>
            <a:pPr marL="342900" marR="0" lvl="0" indent="-228600" algn="l">
              <a:buFont typeface="Arial" panose="020B0604020202020204" pitchFamily="34" charset="0"/>
              <a:buChar char="•"/>
            </a:pPr>
            <a:r>
              <a:rPr lang="en-US" sz="2000" dirty="0">
                <a:effectLst/>
              </a:rPr>
              <a:t>To set the </a:t>
            </a:r>
            <a:r>
              <a:rPr lang="en-US" sz="2000" b="1" dirty="0">
                <a:effectLst/>
              </a:rPr>
              <a:t>username in the configuration file</a:t>
            </a:r>
            <a:r>
              <a:rPr lang="en-US" sz="2000" dirty="0">
                <a:effectLst/>
              </a:rPr>
              <a:t> for commits, you can use the following command.</a:t>
            </a:r>
          </a:p>
          <a:p>
            <a:pPr marL="342900" marR="0" lvl="0" indent="-228600" algn="l">
              <a:buFont typeface="Arial" panose="020B0604020202020204" pitchFamily="34" charset="0"/>
              <a:buChar char="•"/>
            </a:pPr>
            <a:endParaRPr lang="en-US" sz="2000" dirty="0">
              <a:effectLst/>
            </a:endParaRPr>
          </a:p>
          <a:p>
            <a:pPr marL="228600" marR="0">
              <a:spcAft>
                <a:spcPts val="800"/>
              </a:spcAft>
            </a:pPr>
            <a:r>
              <a:rPr lang="en-US" sz="2000" b="1" dirty="0">
                <a:effectLst/>
              </a:rPr>
              <a:t>git config user.name "Your Name“</a:t>
            </a:r>
          </a:p>
          <a:p>
            <a:pPr marL="228600" marR="0">
              <a:spcAft>
                <a:spcPts val="800"/>
              </a:spcAft>
            </a:pPr>
            <a:endParaRPr lang="en-US" sz="2000" dirty="0">
              <a:effectLst/>
            </a:endParaRPr>
          </a:p>
          <a:p>
            <a:pPr marL="342900" marR="0" lvl="0" indent="-228600" algn="l">
              <a:spcAft>
                <a:spcPts val="800"/>
              </a:spcAft>
              <a:buFont typeface="Arial" panose="020B0604020202020204" pitchFamily="34" charset="0"/>
              <a:buChar char="•"/>
            </a:pPr>
            <a:r>
              <a:rPr lang="en-US" sz="2000" dirty="0">
                <a:effectLst/>
              </a:rPr>
              <a:t>To set the </a:t>
            </a:r>
            <a:r>
              <a:rPr lang="en-US" sz="2000" b="1" dirty="0">
                <a:effectLst/>
              </a:rPr>
              <a:t>email</a:t>
            </a:r>
            <a:r>
              <a:rPr lang="en-US" sz="2000" dirty="0">
                <a:effectLst/>
              </a:rPr>
              <a:t> </a:t>
            </a:r>
            <a:r>
              <a:rPr lang="en-US" sz="2000" b="1" dirty="0">
                <a:effectLst/>
              </a:rPr>
              <a:t>in the configuration file</a:t>
            </a:r>
            <a:r>
              <a:rPr lang="en-US" sz="2000" dirty="0">
                <a:effectLst/>
              </a:rPr>
              <a:t> for commits, you can use the following command.</a:t>
            </a:r>
          </a:p>
          <a:p>
            <a:pPr marL="342900" marR="0" lvl="0" indent="-228600" algn="l">
              <a:spcAft>
                <a:spcPts val="800"/>
              </a:spcAft>
              <a:buFont typeface="Arial" panose="020B0604020202020204" pitchFamily="34" charset="0"/>
              <a:buChar char="•"/>
            </a:pPr>
            <a:endParaRPr lang="en-US" sz="2000" dirty="0">
              <a:effectLst/>
            </a:endParaRPr>
          </a:p>
          <a:p>
            <a:pPr marL="228600" marR="0">
              <a:spcAft>
                <a:spcPts val="800"/>
              </a:spcAft>
            </a:pPr>
            <a:r>
              <a:rPr lang="en-US" sz="2000" b="1" dirty="0">
                <a:effectLst/>
              </a:rPr>
              <a:t>git config </a:t>
            </a:r>
            <a:r>
              <a:rPr lang="en-US" sz="2000" b="1" dirty="0" err="1">
                <a:effectLst/>
              </a:rPr>
              <a:t>user.email</a:t>
            </a:r>
            <a:r>
              <a:rPr lang="en-US" sz="2000" b="1" dirty="0">
                <a:effectLst/>
              </a:rPr>
              <a:t> "your.email@example.com"</a:t>
            </a:r>
            <a:endParaRPr lang="en-US" sz="2000" dirty="0">
              <a:effectLst/>
            </a:endParaRPr>
          </a:p>
        </p:txBody>
      </p:sp>
    </p:spTree>
    <p:extLst>
      <p:ext uri="{BB962C8B-B14F-4D97-AF65-F5344CB8AC3E}">
        <p14:creationId xmlns:p14="http://schemas.microsoft.com/office/powerpoint/2010/main" val="3425825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EA26A151-13BF-4305-A6DC-9DC7C9877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venir Next LT Pro"/>
              <a:ea typeface="+mn-ea"/>
              <a:cs typeface="+mn-cs"/>
            </a:endParaRPr>
          </a:p>
        </p:txBody>
      </p:sp>
      <p:sp>
        <p:nvSpPr>
          <p:cNvPr id="44" name="Rectangle 43">
            <a:extLst>
              <a:ext uri="{FF2B5EF4-FFF2-40B4-BE49-F238E27FC236}">
                <a16:creationId xmlns:a16="http://schemas.microsoft.com/office/drawing/2014/main" id="{6EFFDDA6-2CAE-438F-B0D6-FF4E710E24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29884" y="6324431"/>
            <a:ext cx="62116" cy="4289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venir Next LT Pro"/>
              <a:ea typeface="+mn-ea"/>
              <a:cs typeface="+mn-cs"/>
            </a:endParaRPr>
          </a:p>
        </p:txBody>
      </p:sp>
      <p:sp useBgFill="1">
        <p:nvSpPr>
          <p:cNvPr id="45" name="Rectangle 44">
            <a:extLst>
              <a:ext uri="{FF2B5EF4-FFF2-40B4-BE49-F238E27FC236}">
                <a16:creationId xmlns:a16="http://schemas.microsoft.com/office/drawing/2014/main" id="{317ADF9C-7729-43E0-B44E-3392C2BD0A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C264CE6C-E4DD-47B0-947A-FE4B1135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85464CF4-8CCF-1C29-2312-2E8A8DE8FF63}"/>
              </a:ext>
            </a:extLst>
          </p:cNvPr>
          <p:cNvSpPr>
            <a:spLocks noGrp="1"/>
          </p:cNvSpPr>
          <p:nvPr>
            <p:ph type="ctrTitle"/>
          </p:nvPr>
        </p:nvSpPr>
        <p:spPr>
          <a:xfrm>
            <a:off x="484552" y="365125"/>
            <a:ext cx="5252571" cy="2766449"/>
          </a:xfrm>
        </p:spPr>
        <p:txBody>
          <a:bodyPr vert="horz" lIns="91440" tIns="45720" rIns="91440" bIns="45720" rtlCol="0" anchor="b">
            <a:normAutofit/>
          </a:bodyPr>
          <a:lstStyle/>
          <a:p>
            <a:r>
              <a:rPr lang="en-US"/>
              <a:t>Git Status</a:t>
            </a:r>
            <a:endParaRPr lang="en-US" dirty="0"/>
          </a:p>
        </p:txBody>
      </p:sp>
      <p:pic>
        <p:nvPicPr>
          <p:cNvPr id="47" name="Picture 46">
            <a:extLst>
              <a:ext uri="{FF2B5EF4-FFF2-40B4-BE49-F238E27FC236}">
                <a16:creationId xmlns:a16="http://schemas.microsoft.com/office/drawing/2014/main" id="{977AB7F9-9400-BD54-06A1-988DFB5C1CD4}"/>
              </a:ext>
            </a:extLst>
          </p:cNvPr>
          <p:cNvPicPr>
            <a:picLocks noChangeAspect="1"/>
          </p:cNvPicPr>
          <p:nvPr/>
        </p:nvPicPr>
        <p:blipFill>
          <a:blip r:embed="rId2"/>
          <a:srcRect l="1844" r="1265" b="-2"/>
          <a:stretch/>
        </p:blipFill>
        <p:spPr>
          <a:xfrm>
            <a:off x="20" y="3429000"/>
            <a:ext cx="6095978" cy="3429000"/>
          </a:xfrm>
          <a:prstGeom prst="rect">
            <a:avLst/>
          </a:prstGeom>
        </p:spPr>
      </p:pic>
      <p:sp>
        <p:nvSpPr>
          <p:cNvPr id="3" name="Subtitle 2">
            <a:extLst>
              <a:ext uri="{FF2B5EF4-FFF2-40B4-BE49-F238E27FC236}">
                <a16:creationId xmlns:a16="http://schemas.microsoft.com/office/drawing/2014/main" id="{12B81E3C-228C-A729-E848-0FEB317B4D1B}"/>
              </a:ext>
            </a:extLst>
          </p:cNvPr>
          <p:cNvSpPr>
            <a:spLocks noGrp="1"/>
          </p:cNvSpPr>
          <p:nvPr>
            <p:ph type="subTitle" idx="1"/>
          </p:nvPr>
        </p:nvSpPr>
        <p:spPr>
          <a:xfrm>
            <a:off x="6523702" y="200025"/>
            <a:ext cx="4830097" cy="6553367"/>
          </a:xfrm>
        </p:spPr>
        <p:txBody>
          <a:bodyPr vert="horz" lIns="91440" tIns="45720" rIns="91440" bIns="45720" rtlCol="0">
            <a:normAutofit lnSpcReduction="10000"/>
          </a:bodyPr>
          <a:lstStyle/>
          <a:p>
            <a:pPr>
              <a:lnSpc>
                <a:spcPct val="110000"/>
              </a:lnSpc>
            </a:pPr>
            <a:r>
              <a:rPr lang="en-US" sz="1700" dirty="0">
                <a:effectLst/>
              </a:rPr>
              <a:t>The </a:t>
            </a:r>
            <a:r>
              <a:rPr lang="en-US" sz="1700" b="1" dirty="0">
                <a:effectLst/>
              </a:rPr>
              <a:t>git status</a:t>
            </a:r>
            <a:r>
              <a:rPr lang="en-US" sz="1700" dirty="0">
                <a:effectLst/>
              </a:rPr>
              <a:t> command is a fundamental tool for understanding the current state of your Git repository. When you run </a:t>
            </a:r>
            <a:r>
              <a:rPr lang="en-US" sz="1700" b="1" dirty="0">
                <a:effectLst/>
              </a:rPr>
              <a:t>git status</a:t>
            </a:r>
            <a:r>
              <a:rPr lang="en-US" sz="1700" dirty="0">
                <a:effectLst/>
              </a:rPr>
              <a:t> in your terminal, it provides a detailed report on the following:</a:t>
            </a:r>
          </a:p>
          <a:p>
            <a:pPr marL="285750" marR="0">
              <a:lnSpc>
                <a:spcPct val="110000"/>
              </a:lnSpc>
              <a:spcAft>
                <a:spcPts val="800"/>
              </a:spcAft>
            </a:pPr>
            <a:r>
              <a:rPr lang="en-US" sz="1700" b="1" dirty="0">
                <a:effectLst/>
              </a:rPr>
              <a:t>Changes to be committed:</a:t>
            </a:r>
            <a:r>
              <a:rPr lang="en-US" sz="1700" dirty="0">
                <a:effectLst/>
              </a:rPr>
              <a:t> These are modifications that have been staged using git add and are ready to be committed to the repository.</a:t>
            </a:r>
          </a:p>
          <a:p>
            <a:pPr marL="285750" marR="0">
              <a:lnSpc>
                <a:spcPct val="110000"/>
              </a:lnSpc>
              <a:spcAft>
                <a:spcPts val="800"/>
              </a:spcAft>
            </a:pPr>
            <a:r>
              <a:rPr lang="en-US" sz="1700" b="1" dirty="0">
                <a:effectLst/>
              </a:rPr>
              <a:t>Changes not staged for commit:</a:t>
            </a:r>
            <a:r>
              <a:rPr lang="en-US" sz="1700" dirty="0">
                <a:effectLst/>
              </a:rPr>
              <a:t> These are modifications that have been made to tracked files but have not yet been staged.</a:t>
            </a:r>
          </a:p>
          <a:p>
            <a:pPr marL="285750" marR="0">
              <a:lnSpc>
                <a:spcPct val="110000"/>
              </a:lnSpc>
              <a:spcAft>
                <a:spcPts val="800"/>
              </a:spcAft>
            </a:pPr>
            <a:r>
              <a:rPr lang="en-US" sz="1700" b="1" dirty="0">
                <a:effectLst/>
              </a:rPr>
              <a:t>Untracked files:</a:t>
            </a:r>
            <a:r>
              <a:rPr lang="en-US" sz="1700" dirty="0">
                <a:effectLst/>
              </a:rPr>
              <a:t> These are files that are not currently being tracked by Git and haven't been added to the repository.</a:t>
            </a:r>
          </a:p>
          <a:p>
            <a:pPr>
              <a:lnSpc>
                <a:spcPct val="110000"/>
              </a:lnSpc>
              <a:spcAft>
                <a:spcPts val="800"/>
              </a:spcAft>
            </a:pPr>
            <a:r>
              <a:rPr lang="en-US" sz="1700" dirty="0">
                <a:effectLst/>
              </a:rPr>
              <a:t>In summary, git status helps you keep track of your progress and understand what changes have been made, which ones are ready to be committed, and which ones still need to be staged or committed.</a:t>
            </a:r>
            <a:endParaRPr lang="en-US" sz="1500" dirty="0">
              <a:effectLst/>
            </a:endParaRPr>
          </a:p>
          <a:p>
            <a:pPr marL="285750">
              <a:lnSpc>
                <a:spcPct val="110000"/>
              </a:lnSpc>
            </a:pPr>
            <a:endParaRPr lang="en-US" sz="1500" dirty="0">
              <a:effectLst/>
            </a:endParaRPr>
          </a:p>
          <a:p>
            <a:pPr>
              <a:lnSpc>
                <a:spcPct val="110000"/>
              </a:lnSpc>
            </a:pPr>
            <a:endParaRPr lang="en-US" sz="1500" dirty="0"/>
          </a:p>
        </p:txBody>
      </p:sp>
    </p:spTree>
    <p:extLst>
      <p:ext uri="{BB962C8B-B14F-4D97-AF65-F5344CB8AC3E}">
        <p14:creationId xmlns:p14="http://schemas.microsoft.com/office/powerpoint/2010/main" val="503501483"/>
      </p:ext>
    </p:extLst>
  </p:cSld>
  <p:clrMapOvr>
    <a:masterClrMapping/>
  </p:clrMapOvr>
</p:sld>
</file>

<file path=ppt/theme/theme1.xml><?xml version="1.0" encoding="utf-8"?>
<a:theme xmlns:a="http://schemas.openxmlformats.org/drawingml/2006/main" name="LeafVTI">
  <a:themeElements>
    <a:clrScheme name="Leaf">
      <a:dk1>
        <a:sysClr val="windowText" lastClr="000000"/>
      </a:dk1>
      <a:lt1>
        <a:sysClr val="window" lastClr="FFFFFF"/>
      </a:lt1>
      <a:dk2>
        <a:srgbClr val="732124"/>
      </a:dk2>
      <a:lt2>
        <a:srgbClr val="F0EDE5"/>
      </a:lt2>
      <a:accent1>
        <a:srgbClr val="D34817"/>
      </a:accent1>
      <a:accent2>
        <a:srgbClr val="A68D65"/>
      </a:accent2>
      <a:accent3>
        <a:srgbClr val="728377"/>
      </a:accent3>
      <a:accent4>
        <a:srgbClr val="B4797B"/>
      </a:accent4>
      <a:accent5>
        <a:srgbClr val="CE8439"/>
      </a:accent5>
      <a:accent6>
        <a:srgbClr val="CF3A2A"/>
      </a:accent6>
      <a:hlink>
        <a:srgbClr val="D06853"/>
      </a:hlink>
      <a:folHlink>
        <a:srgbClr val="B67779"/>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ShapesVTI">
  <a:themeElements>
    <a:clrScheme name="Office">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Festival">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3.xml><?xml version="1.0" encoding="utf-8"?>
<a:theme xmlns:a="http://schemas.openxmlformats.org/drawingml/2006/main" name="MatrixVTI">
  <a:themeElements>
    <a:clrScheme name="AnalogousFromRegularSeedRightStep">
      <a:dk1>
        <a:srgbClr val="000000"/>
      </a:dk1>
      <a:lt1>
        <a:srgbClr val="FFFFFF"/>
      </a:lt1>
      <a:dk2>
        <a:srgbClr val="412D24"/>
      </a:dk2>
      <a:lt2>
        <a:srgbClr val="E2E8E5"/>
      </a:lt2>
      <a:accent1>
        <a:srgbClr val="E72990"/>
      </a:accent1>
      <a:accent2>
        <a:srgbClr val="D5172F"/>
      </a:accent2>
      <a:accent3>
        <a:srgbClr val="E76029"/>
      </a:accent3>
      <a:accent4>
        <a:srgbClr val="CF9917"/>
      </a:accent4>
      <a:accent5>
        <a:srgbClr val="9AAB1E"/>
      </a:accent5>
      <a:accent6>
        <a:srgbClr val="5FB714"/>
      </a:accent6>
      <a:hlink>
        <a:srgbClr val="31935D"/>
      </a:hlink>
      <a:folHlink>
        <a:srgbClr val="7F7F7F"/>
      </a:folHlink>
    </a:clrScheme>
    <a:fontScheme name="Custom 4">
      <a:majorFont>
        <a:latin typeface="Bahnschrif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rixVTI" id="{A2576CCC-A559-4FD4-A542-772649F65A84}" vid="{5CBC41A9-80A0-44C6-90CD-6D863034352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325</Words>
  <Application>Microsoft Office PowerPoint</Application>
  <PresentationFormat>Widescreen</PresentationFormat>
  <Paragraphs>25</Paragraphs>
  <Slides>3</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vt:i4>
      </vt:variant>
    </vt:vector>
  </HeadingPairs>
  <TitlesOfParts>
    <vt:vector size="15" baseType="lpstr">
      <vt:lpstr>Aharoni</vt:lpstr>
      <vt:lpstr>Aptos</vt:lpstr>
      <vt:lpstr>Arial</vt:lpstr>
      <vt:lpstr>Avenir Next LT Pro</vt:lpstr>
      <vt:lpstr>Avenir Next LT Pro Light</vt:lpstr>
      <vt:lpstr>Bahnschrift</vt:lpstr>
      <vt:lpstr>Calibri</vt:lpstr>
      <vt:lpstr>Rockwell Nova Light</vt:lpstr>
      <vt:lpstr>Wingdings</vt:lpstr>
      <vt:lpstr>LeafVTI</vt:lpstr>
      <vt:lpstr>ShapesVTI</vt:lpstr>
      <vt:lpstr>MatrixVTI</vt:lpstr>
      <vt:lpstr>Key Features of Git</vt:lpstr>
      <vt:lpstr>Configuration Variables</vt:lpstr>
      <vt:lpstr>Git Status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 Computer</dc:creator>
  <cp:lastModifiedBy>LENOVO Computer</cp:lastModifiedBy>
  <cp:revision>1</cp:revision>
  <dcterms:created xsi:type="dcterms:W3CDTF">2025-01-09T04:16:16Z</dcterms:created>
  <dcterms:modified xsi:type="dcterms:W3CDTF">2025-01-09T04:18:29Z</dcterms:modified>
</cp:coreProperties>
</file>